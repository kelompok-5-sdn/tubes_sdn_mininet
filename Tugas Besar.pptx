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90" r:id="rId2"/>
    <p:sldId id="293" r:id="rId3"/>
    <p:sldId id="291" r:id="rId4"/>
    <p:sldId id="292" r:id="rId5"/>
    <p:sldId id="294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1421C-9E52-4722-9E18-AA9F1AE07987}" v="3" dt="2024-12-24T07:01:46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1" autoAdjust="0"/>
    <p:restoredTop sz="67647" autoAdjust="0"/>
  </p:normalViewPr>
  <p:slideViewPr>
    <p:cSldViewPr>
      <p:cViewPr varScale="1">
        <p:scale>
          <a:sx n="55" d="100"/>
          <a:sy n="55" d="100"/>
        </p:scale>
        <p:origin x="191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RIA AKBAR MUGITAMA" userId="d315b48a-d980-444b-9273-254081c9f250" providerId="ADAL" clId="{97E1E495-EFB7-4E85-B771-3D58489CCEFE}"/>
    <pc:docChg chg="modSld">
      <pc:chgData name="SATRIA AKBAR MUGITAMA" userId="d315b48a-d980-444b-9273-254081c9f250" providerId="ADAL" clId="{97E1E495-EFB7-4E85-B771-3D58489CCEFE}" dt="2024-02-15T04:19:56.957" v="17" actId="20577"/>
      <pc:docMkLst>
        <pc:docMk/>
      </pc:docMkLst>
      <pc:sldChg chg="modSp mod">
        <pc:chgData name="SATRIA AKBAR MUGITAMA" userId="d315b48a-d980-444b-9273-254081c9f250" providerId="ADAL" clId="{97E1E495-EFB7-4E85-B771-3D58489CCEFE}" dt="2024-02-15T04:19:56.957" v="17" actId="20577"/>
        <pc:sldMkLst>
          <pc:docMk/>
          <pc:sldMk cId="2554061127" sldId="295"/>
        </pc:sldMkLst>
      </pc:sldChg>
    </pc:docChg>
  </pc:docChgLst>
  <pc:docChgLst>
    <pc:chgData name="SATRIA AKBAR MUGITAMA" userId="d315b48a-d980-444b-9273-254081c9f250" providerId="ADAL" clId="{79E00469-C85A-4467-A2C3-DE249A5E316F}"/>
    <pc:docChg chg="undo custSel addSld delSld modSld">
      <pc:chgData name="SATRIA AKBAR MUGITAMA" userId="d315b48a-d980-444b-9273-254081c9f250" providerId="ADAL" clId="{79E00469-C85A-4467-A2C3-DE249A5E316F}" dt="2024-10-09T07:33:02.825" v="262" actId="20577"/>
      <pc:docMkLst>
        <pc:docMk/>
      </pc:docMkLst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3992125869" sldId="257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282648606" sldId="258"/>
        </pc:sldMkLst>
      </pc:sldChg>
      <pc:sldChg chg="modSp mod">
        <pc:chgData name="SATRIA AKBAR MUGITAMA" userId="d315b48a-d980-444b-9273-254081c9f250" providerId="ADAL" clId="{79E00469-C85A-4467-A2C3-DE249A5E316F}" dt="2024-10-09T01:05:51.180" v="43" actId="207"/>
        <pc:sldMkLst>
          <pc:docMk/>
          <pc:sldMk cId="1870411640" sldId="260"/>
        </pc:sldMkLst>
      </pc:sldChg>
      <pc:sldChg chg="modSp mod">
        <pc:chgData name="SATRIA AKBAR MUGITAMA" userId="d315b48a-d980-444b-9273-254081c9f250" providerId="ADAL" clId="{79E00469-C85A-4467-A2C3-DE249A5E316F}" dt="2024-10-09T01:05:14.166" v="38"/>
        <pc:sldMkLst>
          <pc:docMk/>
          <pc:sldMk cId="3181744357" sldId="261"/>
        </pc:sldMkLst>
      </pc:sldChg>
      <pc:sldChg chg="del">
        <pc:chgData name="SATRIA AKBAR MUGITAMA" userId="d315b48a-d980-444b-9273-254081c9f250" providerId="ADAL" clId="{79E00469-C85A-4467-A2C3-DE249A5E316F}" dt="2024-10-09T01:03:09.158" v="5" actId="47"/>
        <pc:sldMkLst>
          <pc:docMk/>
          <pc:sldMk cId="370052664" sldId="262"/>
        </pc:sldMkLst>
      </pc:sldChg>
      <pc:sldChg chg="addSp delSp modSp add del mod">
        <pc:chgData name="SATRIA AKBAR MUGITAMA" userId="d315b48a-d980-444b-9273-254081c9f250" providerId="ADAL" clId="{79E00469-C85A-4467-A2C3-DE249A5E316F}" dt="2024-10-09T01:08:22.610" v="131" actId="47"/>
        <pc:sldMkLst>
          <pc:docMk/>
          <pc:sldMk cId="1715242671" sldId="263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1375429533" sldId="264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2639533066" sldId="265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276360111" sldId="267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1908237369" sldId="268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3114571255" sldId="269"/>
        </pc:sldMkLst>
      </pc:sldChg>
      <pc:sldChg chg="add del">
        <pc:chgData name="SATRIA AKBAR MUGITAMA" userId="d315b48a-d980-444b-9273-254081c9f250" providerId="ADAL" clId="{79E00469-C85A-4467-A2C3-DE249A5E316F}" dt="2024-10-09T01:03:27.616" v="9"/>
        <pc:sldMkLst>
          <pc:docMk/>
          <pc:sldMk cId="3451632447" sldId="270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1389760509" sldId="271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3053273031" sldId="272"/>
        </pc:sldMkLst>
      </pc:sldChg>
      <pc:sldChg chg="add del">
        <pc:chgData name="SATRIA AKBAR MUGITAMA" userId="d315b48a-d980-444b-9273-254081c9f250" providerId="ADAL" clId="{79E00469-C85A-4467-A2C3-DE249A5E316F}" dt="2024-10-09T01:10:17.243" v="182" actId="47"/>
        <pc:sldMkLst>
          <pc:docMk/>
          <pc:sldMk cId="3110801811" sldId="272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787604574" sldId="273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1576662848" sldId="274"/>
        </pc:sldMkLst>
      </pc:sldChg>
      <pc:sldChg chg="modSp mod">
        <pc:chgData name="SATRIA AKBAR MUGITAMA" userId="d315b48a-d980-444b-9273-254081c9f250" providerId="ADAL" clId="{79E00469-C85A-4467-A2C3-DE249A5E316F}" dt="2024-10-09T01:03:37.945" v="10"/>
        <pc:sldMkLst>
          <pc:docMk/>
          <pc:sldMk cId="167618381" sldId="290"/>
        </pc:sldMkLst>
        <pc:spChg chg="mod">
          <ac:chgData name="SATRIA AKBAR MUGITAMA" userId="d315b48a-d980-444b-9273-254081c9f250" providerId="ADAL" clId="{79E00469-C85A-4467-A2C3-DE249A5E316F}" dt="2024-10-09T01:03:37.945" v="10"/>
          <ac:spMkLst>
            <pc:docMk/>
            <pc:sldMk cId="167618381" sldId="290"/>
            <ac:spMk id="8" creationId="{00000000-0000-0000-0000-000000000000}"/>
          </ac:spMkLst>
        </pc:spChg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2406639587" sldId="291"/>
        </pc:sldMkLst>
      </pc:sldChg>
      <pc:sldChg chg="modSp new mod">
        <pc:chgData name="SATRIA AKBAR MUGITAMA" userId="d315b48a-d980-444b-9273-254081c9f250" providerId="ADAL" clId="{79E00469-C85A-4467-A2C3-DE249A5E316F}" dt="2024-10-09T01:06:07.772" v="70" actId="27636"/>
        <pc:sldMkLst>
          <pc:docMk/>
          <pc:sldMk cId="2693426504" sldId="291"/>
        </pc:sldMkLst>
      </pc:sldChg>
      <pc:sldChg chg="modSp new mod">
        <pc:chgData name="SATRIA AKBAR MUGITAMA" userId="d315b48a-d980-444b-9273-254081c9f250" providerId="ADAL" clId="{79E00469-C85A-4467-A2C3-DE249A5E316F}" dt="2024-10-09T07:17:54.473" v="241" actId="400"/>
        <pc:sldMkLst>
          <pc:docMk/>
          <pc:sldMk cId="3978370812" sldId="292"/>
        </pc:sldMkLst>
      </pc:sldChg>
      <pc:sldChg chg="modSp new mod">
        <pc:chgData name="SATRIA AKBAR MUGITAMA" userId="d315b48a-d980-444b-9273-254081c9f250" providerId="ADAL" clId="{79E00469-C85A-4467-A2C3-DE249A5E316F}" dt="2024-10-09T01:06:54.163" v="85"/>
        <pc:sldMkLst>
          <pc:docMk/>
          <pc:sldMk cId="1902744595" sldId="293"/>
        </pc:sldMkLst>
      </pc:sldChg>
      <pc:sldChg chg="modSp add mod">
        <pc:chgData name="SATRIA AKBAR MUGITAMA" userId="d315b48a-d980-444b-9273-254081c9f250" providerId="ADAL" clId="{79E00469-C85A-4467-A2C3-DE249A5E316F}" dt="2024-10-09T01:06:39.087" v="83" actId="207"/>
        <pc:sldMkLst>
          <pc:docMk/>
          <pc:sldMk cId="2488466418" sldId="294"/>
        </pc:sldMkLst>
      </pc:sldChg>
      <pc:sldChg chg="modSp new mod">
        <pc:chgData name="SATRIA AKBAR MUGITAMA" userId="d315b48a-d980-444b-9273-254081c9f250" providerId="ADAL" clId="{79E00469-C85A-4467-A2C3-DE249A5E316F}" dt="2024-10-09T01:07:03.885" v="90" actId="27636"/>
        <pc:sldMkLst>
          <pc:docMk/>
          <pc:sldMk cId="2036805550" sldId="295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2554061127" sldId="295"/>
        </pc:sldMkLst>
      </pc:sldChg>
      <pc:sldChg chg="modSp new mod">
        <pc:chgData name="SATRIA AKBAR MUGITAMA" userId="d315b48a-d980-444b-9273-254081c9f250" providerId="ADAL" clId="{79E00469-C85A-4467-A2C3-DE249A5E316F}" dt="2024-10-09T07:24:08.957" v="246" actId="20577"/>
        <pc:sldMkLst>
          <pc:docMk/>
          <pc:sldMk cId="615268417" sldId="296"/>
        </pc:sldMkLst>
      </pc:sldChg>
      <pc:sldChg chg="addSp delSp modSp new mod">
        <pc:chgData name="SATRIA AKBAR MUGITAMA" userId="d315b48a-d980-444b-9273-254081c9f250" providerId="ADAL" clId="{79E00469-C85A-4467-A2C3-DE249A5E316F}" dt="2024-10-09T01:10:53.044" v="192" actId="122"/>
        <pc:sldMkLst>
          <pc:docMk/>
          <pc:sldMk cId="2582831009" sldId="297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2825249819" sldId="297"/>
        </pc:sldMkLst>
      </pc:sldChg>
      <pc:sldChg chg="addSp modSp new mod">
        <pc:chgData name="SATRIA AKBAR MUGITAMA" userId="d315b48a-d980-444b-9273-254081c9f250" providerId="ADAL" clId="{79E00469-C85A-4467-A2C3-DE249A5E316F}" dt="2024-10-09T01:09:06.646" v="142" actId="1076"/>
        <pc:sldMkLst>
          <pc:docMk/>
          <pc:sldMk cId="413313758" sldId="298"/>
        </pc:sldMkLst>
      </pc:sldChg>
      <pc:sldChg chg="modSp new mod">
        <pc:chgData name="SATRIA AKBAR MUGITAMA" userId="d315b48a-d980-444b-9273-254081c9f250" providerId="ADAL" clId="{79E00469-C85A-4467-A2C3-DE249A5E316F}" dt="2024-10-09T01:09:19.568" v="162" actId="27636"/>
        <pc:sldMkLst>
          <pc:docMk/>
          <pc:sldMk cId="3142104805" sldId="299"/>
        </pc:sldMkLst>
      </pc:sldChg>
      <pc:sldChg chg="addSp delSp modSp new mod">
        <pc:chgData name="SATRIA AKBAR MUGITAMA" userId="d315b48a-d980-444b-9273-254081c9f250" providerId="ADAL" clId="{79E00469-C85A-4467-A2C3-DE249A5E316F}" dt="2024-10-09T01:10:44.213" v="191" actId="122"/>
        <pc:sldMkLst>
          <pc:docMk/>
          <pc:sldMk cId="251439520" sldId="300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4179338233" sldId="300"/>
        </pc:sldMkLst>
      </pc:sldChg>
      <pc:sldChg chg="addSp delSp modSp new mod">
        <pc:chgData name="SATRIA AKBAR MUGITAMA" userId="d315b48a-d980-444b-9273-254081c9f250" providerId="ADAL" clId="{79E00469-C85A-4467-A2C3-DE249A5E316F}" dt="2024-10-09T07:33:02.825" v="262" actId="20577"/>
        <pc:sldMkLst>
          <pc:docMk/>
          <pc:sldMk cId="1426310754" sldId="301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2719828292" sldId="301"/>
        </pc:sldMkLst>
      </pc:sldChg>
      <pc:sldChg chg="addSp delSp modSp new mod">
        <pc:chgData name="SATRIA AKBAR MUGITAMA" userId="d315b48a-d980-444b-9273-254081c9f250" providerId="ADAL" clId="{79E00469-C85A-4467-A2C3-DE249A5E316F}" dt="2024-10-09T01:12:08.824" v="225" actId="26606"/>
        <pc:sldMkLst>
          <pc:docMk/>
          <pc:sldMk cId="1556205502" sldId="302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1720247613" sldId="302"/>
        </pc:sldMkLst>
      </pc:sldChg>
      <pc:sldChg chg="del">
        <pc:chgData name="SATRIA AKBAR MUGITAMA" userId="d315b48a-d980-444b-9273-254081c9f250" providerId="ADAL" clId="{79E00469-C85A-4467-A2C3-DE249A5E316F}" dt="2024-10-09T01:03:02.121" v="2" actId="47"/>
        <pc:sldMkLst>
          <pc:docMk/>
          <pc:sldMk cId="2749338948" sldId="304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3759185901" sldId="305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1650046920" sldId="306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74720098" sldId="307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3895428784" sldId="308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487512972" sldId="309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3110801811" sldId="310"/>
        </pc:sldMkLst>
      </pc:sldChg>
      <pc:sldChg chg="add del">
        <pc:chgData name="SATRIA AKBAR MUGITAMA" userId="d315b48a-d980-444b-9273-254081c9f250" providerId="ADAL" clId="{79E00469-C85A-4467-A2C3-DE249A5E316F}" dt="2024-10-09T01:02:30.118" v="1" actId="47"/>
        <pc:sldMkLst>
          <pc:docMk/>
          <pc:sldMk cId="225393820" sldId="311"/>
        </pc:sldMkLst>
      </pc:sldChg>
      <pc:sldMasterChg chg="delSldLayout">
        <pc:chgData name="SATRIA AKBAR MUGITAMA" userId="d315b48a-d980-444b-9273-254081c9f250" providerId="ADAL" clId="{79E00469-C85A-4467-A2C3-DE249A5E316F}" dt="2024-10-09T01:10:17.243" v="182" actId="47"/>
        <pc:sldMasterMkLst>
          <pc:docMk/>
          <pc:sldMasterMk cId="3496024297" sldId="2147483648"/>
        </pc:sldMasterMkLst>
        <pc:sldLayoutChg chg="del">
          <pc:chgData name="SATRIA AKBAR MUGITAMA" userId="d315b48a-d980-444b-9273-254081c9f250" providerId="ADAL" clId="{79E00469-C85A-4467-A2C3-DE249A5E316F}" dt="2024-10-09T01:08:22.610" v="131" actId="47"/>
          <pc:sldLayoutMkLst>
            <pc:docMk/>
            <pc:sldMasterMk cId="3496024297" sldId="2147483648"/>
            <pc:sldLayoutMk cId="1266123232" sldId="2147483664"/>
          </pc:sldLayoutMkLst>
        </pc:sldLayoutChg>
        <pc:sldLayoutChg chg="del">
          <pc:chgData name="SATRIA AKBAR MUGITAMA" userId="d315b48a-d980-444b-9273-254081c9f250" providerId="ADAL" clId="{79E00469-C85A-4467-A2C3-DE249A5E316F}" dt="2024-10-09T01:10:17.243" v="182" actId="47"/>
          <pc:sldLayoutMkLst>
            <pc:docMk/>
            <pc:sldMasterMk cId="3496024297" sldId="2147483648"/>
            <pc:sldLayoutMk cId="1679030516" sldId="2147483664"/>
          </pc:sldLayoutMkLst>
        </pc:sldLayoutChg>
        <pc:sldLayoutChg chg="del">
          <pc:chgData name="SATRIA AKBAR MUGITAMA" userId="d315b48a-d980-444b-9273-254081c9f250" providerId="ADAL" clId="{79E00469-C85A-4467-A2C3-DE249A5E316F}" dt="2024-10-09T01:02:30.118" v="1" actId="47"/>
          <pc:sldLayoutMkLst>
            <pc:docMk/>
            <pc:sldMasterMk cId="3496024297" sldId="2147483648"/>
            <pc:sldLayoutMk cId="2218938297" sldId="2147483664"/>
          </pc:sldLayoutMkLst>
        </pc:sldLayoutChg>
        <pc:sldLayoutChg chg="del">
          <pc:chgData name="SATRIA AKBAR MUGITAMA" userId="d315b48a-d980-444b-9273-254081c9f250" providerId="ADAL" clId="{79E00469-C85A-4467-A2C3-DE249A5E316F}" dt="2024-10-09T01:02:30.118" v="1" actId="47"/>
          <pc:sldLayoutMkLst>
            <pc:docMk/>
            <pc:sldMasterMk cId="3496024297" sldId="2147483648"/>
            <pc:sldLayoutMk cId="3134881552" sldId="2147483665"/>
          </pc:sldLayoutMkLst>
        </pc:sldLayoutChg>
      </pc:sldMasterChg>
    </pc:docChg>
  </pc:docChgLst>
  <pc:docChgLst>
    <pc:chgData name="SATRIA AKBAR MUGITAMA" userId="d315b48a-d980-444b-9273-254081c9f250" providerId="ADAL" clId="{7A24E292-39E1-4672-A903-37BD5E5F4948}"/>
    <pc:docChg chg="undo custSel addSld delSld modSld">
      <pc:chgData name="SATRIA AKBAR MUGITAMA" userId="d315b48a-d980-444b-9273-254081c9f250" providerId="ADAL" clId="{7A24E292-39E1-4672-A903-37BD5E5F4948}" dt="2024-10-23T10:12:42.902" v="522" actId="20577"/>
      <pc:docMkLst>
        <pc:docMk/>
      </pc:docMkLst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870411640" sldId="260"/>
        </pc:sldMkLst>
      </pc:sldChg>
      <pc:sldChg chg="add del">
        <pc:chgData name="SATRIA AKBAR MUGITAMA" userId="d315b48a-d980-444b-9273-254081c9f250" providerId="ADAL" clId="{7A24E292-39E1-4672-A903-37BD5E5F4948}" dt="2024-10-23T09:59:35.097" v="23" actId="47"/>
        <pc:sldMkLst>
          <pc:docMk/>
          <pc:sldMk cId="2574636982" sldId="267"/>
        </pc:sldMkLst>
      </pc:sldChg>
      <pc:sldChg chg="addSp delSp modSp mod">
        <pc:chgData name="SATRIA AKBAR MUGITAMA" userId="d315b48a-d980-444b-9273-254081c9f250" providerId="ADAL" clId="{7A24E292-39E1-4672-A903-37BD5E5F4948}" dt="2024-10-23T09:59:41.208" v="27" actId="22"/>
        <pc:sldMkLst>
          <pc:docMk/>
          <pc:sldMk cId="167618381" sldId="290"/>
        </pc:sldMkLst>
        <pc:spChg chg="mod">
          <ac:chgData name="SATRIA AKBAR MUGITAMA" userId="d315b48a-d980-444b-9273-254081c9f250" providerId="ADAL" clId="{7A24E292-39E1-4672-A903-37BD5E5F4948}" dt="2024-10-23T09:57:22.964" v="2" actId="20577"/>
          <ac:spMkLst>
            <pc:docMk/>
            <pc:sldMk cId="167618381" sldId="290"/>
            <ac:spMk id="8" creationId="{00000000-0000-0000-0000-000000000000}"/>
          </ac:spMkLst>
        </pc:spChg>
      </pc:sldChg>
      <pc:sldChg chg="add del">
        <pc:chgData name="SATRIA AKBAR MUGITAMA" userId="d315b48a-d980-444b-9273-254081c9f250" providerId="ADAL" clId="{7A24E292-39E1-4672-A903-37BD5E5F4948}" dt="2024-10-23T09:57:53.809" v="7"/>
        <pc:sldMkLst>
          <pc:docMk/>
          <pc:sldMk cId="886143930" sldId="291"/>
        </pc:sldMkLst>
      </pc:sldChg>
      <pc:sldChg chg="addSp delSp modSp new del mod">
        <pc:chgData name="SATRIA AKBAR MUGITAMA" userId="d315b48a-d980-444b-9273-254081c9f250" providerId="ADAL" clId="{7A24E292-39E1-4672-A903-37BD5E5F4948}" dt="2024-10-23T09:58:18.410" v="14" actId="47"/>
        <pc:sldMkLst>
          <pc:docMk/>
          <pc:sldMk cId="1242085376" sldId="291"/>
        </pc:sldMkLst>
      </pc:sldChg>
      <pc:sldChg chg="addSp modSp new del mod">
        <pc:chgData name="SATRIA AKBAR MUGITAMA" userId="d315b48a-d980-444b-9273-254081c9f250" providerId="ADAL" clId="{7A24E292-39E1-4672-A903-37BD5E5F4948}" dt="2024-10-23T09:59:35.097" v="23" actId="47"/>
        <pc:sldMkLst>
          <pc:docMk/>
          <pc:sldMk cId="2909568872" sldId="292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040653210" sldId="303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352557251" sldId="304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924095846" sldId="305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323497273" sldId="306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422201986" sldId="307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547366399" sldId="308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435848748" sldId="309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768704317" sldId="310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2679288265" sldId="311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3567141693" sldId="313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1210373113" sldId="314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49742162" sldId="315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2057504643" sldId="316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2955020008" sldId="317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3519088087" sldId="318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1758692794" sldId="319"/>
        </pc:sldMkLst>
      </pc:sldChg>
      <pc:sldChg chg="add del">
        <pc:chgData name="SATRIA AKBAR MUGITAMA" userId="d315b48a-d980-444b-9273-254081c9f250" providerId="ADAL" clId="{7A24E292-39E1-4672-A903-37BD5E5F4948}" dt="2024-10-23T09:59:45.447" v="28"/>
        <pc:sldMkLst>
          <pc:docMk/>
          <pc:sldMk cId="2098586620" sldId="320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562312980" sldId="321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585658162" sldId="322"/>
        </pc:sldMkLst>
      </pc:sldChg>
      <pc:sldChg chg="add del">
        <pc:chgData name="SATRIA AKBAR MUGITAMA" userId="d315b48a-d980-444b-9273-254081c9f250" providerId="ADAL" clId="{7A24E292-39E1-4672-A903-37BD5E5F4948}" dt="2024-10-23T10:00:41.608" v="40"/>
        <pc:sldMkLst>
          <pc:docMk/>
          <pc:sldMk cId="2451470962" sldId="323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3271268379" sldId="324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2128164693" sldId="325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242731093" sldId="326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584255141" sldId="327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2063331300" sldId="328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3973862224" sldId="329"/>
        </pc:sldMkLst>
      </pc:sldChg>
      <pc:sldChg chg="del">
        <pc:chgData name="SATRIA AKBAR MUGITAMA" userId="d315b48a-d980-444b-9273-254081c9f250" providerId="ADAL" clId="{7A24E292-39E1-4672-A903-37BD5E5F4948}" dt="2024-10-23T09:57:07.158" v="0" actId="47"/>
        <pc:sldMkLst>
          <pc:docMk/>
          <pc:sldMk cId="1882523254" sldId="330"/>
        </pc:sldMkLst>
      </pc:sldChg>
      <pc:sldChg chg="modSp add del mod">
        <pc:chgData name="SATRIA AKBAR MUGITAMA" userId="d315b48a-d980-444b-9273-254081c9f250" providerId="ADAL" clId="{7A24E292-39E1-4672-A903-37BD5E5F4948}" dt="2024-10-23T10:00:34.833" v="39" actId="27636"/>
        <pc:sldMkLst>
          <pc:docMk/>
          <pc:sldMk cId="1867171950" sldId="331"/>
        </pc:sldMkLst>
      </pc:sldChg>
      <pc:sldChg chg="addSp delSp modSp new mod">
        <pc:chgData name="SATRIA AKBAR MUGITAMA" userId="d315b48a-d980-444b-9273-254081c9f250" providerId="ADAL" clId="{7A24E292-39E1-4672-A903-37BD5E5F4948}" dt="2024-10-23T10:01:54.984" v="54" actId="1076"/>
        <pc:sldMkLst>
          <pc:docMk/>
          <pc:sldMk cId="3682065033" sldId="332"/>
        </pc:sldMkLst>
      </pc:sldChg>
      <pc:sldChg chg="addSp modSp new mod">
        <pc:chgData name="SATRIA AKBAR MUGITAMA" userId="d315b48a-d980-444b-9273-254081c9f250" providerId="ADAL" clId="{7A24E292-39E1-4672-A903-37BD5E5F4948}" dt="2024-10-23T10:02:28.404" v="70" actId="1076"/>
        <pc:sldMkLst>
          <pc:docMk/>
          <pc:sldMk cId="541259070" sldId="333"/>
        </pc:sldMkLst>
      </pc:sldChg>
      <pc:sldChg chg="addSp delSp modSp new mod">
        <pc:chgData name="SATRIA AKBAR MUGITAMA" userId="d315b48a-d980-444b-9273-254081c9f250" providerId="ADAL" clId="{7A24E292-39E1-4672-A903-37BD5E5F4948}" dt="2024-10-23T10:03:13.581" v="76" actId="242"/>
        <pc:sldMkLst>
          <pc:docMk/>
          <pc:sldMk cId="375892548" sldId="334"/>
        </pc:sldMkLst>
      </pc:sldChg>
      <pc:sldChg chg="addSp modSp new mod">
        <pc:chgData name="SATRIA AKBAR MUGITAMA" userId="d315b48a-d980-444b-9273-254081c9f250" providerId="ADAL" clId="{7A24E292-39E1-4672-A903-37BD5E5F4948}" dt="2024-10-23T10:04:17.890" v="83"/>
        <pc:sldMkLst>
          <pc:docMk/>
          <pc:sldMk cId="428714152" sldId="335"/>
        </pc:sldMkLst>
      </pc:sldChg>
      <pc:sldChg chg="addSp modSp new mod">
        <pc:chgData name="SATRIA AKBAR MUGITAMA" userId="d315b48a-d980-444b-9273-254081c9f250" providerId="ADAL" clId="{7A24E292-39E1-4672-A903-37BD5E5F4948}" dt="2024-10-23T10:04:36.531" v="90" actId="1076"/>
        <pc:sldMkLst>
          <pc:docMk/>
          <pc:sldMk cId="3611655880" sldId="336"/>
        </pc:sldMkLst>
      </pc:sldChg>
      <pc:sldChg chg="addSp modSp new mod">
        <pc:chgData name="SATRIA AKBAR MUGITAMA" userId="d315b48a-d980-444b-9273-254081c9f250" providerId="ADAL" clId="{7A24E292-39E1-4672-A903-37BD5E5F4948}" dt="2024-10-23T10:04:56.560" v="97"/>
        <pc:sldMkLst>
          <pc:docMk/>
          <pc:sldMk cId="3828364235" sldId="337"/>
        </pc:sldMkLst>
      </pc:sldChg>
      <pc:sldChg chg="addSp modSp new mod">
        <pc:chgData name="SATRIA AKBAR MUGITAMA" userId="d315b48a-d980-444b-9273-254081c9f250" providerId="ADAL" clId="{7A24E292-39E1-4672-A903-37BD5E5F4948}" dt="2024-10-23T10:05:12.365" v="103"/>
        <pc:sldMkLst>
          <pc:docMk/>
          <pc:sldMk cId="3778869246" sldId="338"/>
        </pc:sldMkLst>
      </pc:sldChg>
      <pc:sldChg chg="addSp modSp new mod">
        <pc:chgData name="SATRIA AKBAR MUGITAMA" userId="d315b48a-d980-444b-9273-254081c9f250" providerId="ADAL" clId="{7A24E292-39E1-4672-A903-37BD5E5F4948}" dt="2024-10-23T10:05:39.481" v="110" actId="1076"/>
        <pc:sldMkLst>
          <pc:docMk/>
          <pc:sldMk cId="3077303793" sldId="339"/>
        </pc:sldMkLst>
      </pc:sldChg>
      <pc:sldChg chg="modSp new del mod">
        <pc:chgData name="SATRIA AKBAR MUGITAMA" userId="d315b48a-d980-444b-9273-254081c9f250" providerId="ADAL" clId="{7A24E292-39E1-4672-A903-37BD5E5F4948}" dt="2024-10-23T10:08:43.164" v="120" actId="47"/>
        <pc:sldMkLst>
          <pc:docMk/>
          <pc:sldMk cId="4108700946" sldId="340"/>
        </pc:sldMkLst>
      </pc:sldChg>
      <pc:sldChg chg="addSp delSp modSp new mod">
        <pc:chgData name="SATRIA AKBAR MUGITAMA" userId="d315b48a-d980-444b-9273-254081c9f250" providerId="ADAL" clId="{7A24E292-39E1-4672-A903-37BD5E5F4948}" dt="2024-10-23T10:08:41.131" v="119" actId="20577"/>
        <pc:sldMkLst>
          <pc:docMk/>
          <pc:sldMk cId="1813765968" sldId="341"/>
        </pc:sldMkLst>
      </pc:sldChg>
      <pc:sldChg chg="addSp modSp new mod">
        <pc:chgData name="SATRIA AKBAR MUGITAMA" userId="d315b48a-d980-444b-9273-254081c9f250" providerId="ADAL" clId="{7A24E292-39E1-4672-A903-37BD5E5F4948}" dt="2024-10-23T10:10:43.541" v="355" actId="1076"/>
        <pc:sldMkLst>
          <pc:docMk/>
          <pc:sldMk cId="3846545087" sldId="342"/>
        </pc:sldMkLst>
      </pc:sldChg>
      <pc:sldChg chg="addSp delSp modSp new mod">
        <pc:chgData name="SATRIA AKBAR MUGITAMA" userId="d315b48a-d980-444b-9273-254081c9f250" providerId="ADAL" clId="{7A24E292-39E1-4672-A903-37BD5E5F4948}" dt="2024-10-23T10:12:05.841" v="494" actId="403"/>
        <pc:sldMkLst>
          <pc:docMk/>
          <pc:sldMk cId="1896561694" sldId="343"/>
        </pc:sldMkLst>
      </pc:sldChg>
      <pc:sldChg chg="addSp delSp modSp new mod">
        <pc:chgData name="SATRIA AKBAR MUGITAMA" userId="d315b48a-d980-444b-9273-254081c9f250" providerId="ADAL" clId="{7A24E292-39E1-4672-A903-37BD5E5F4948}" dt="2024-10-23T10:12:28.734" v="504" actId="20577"/>
        <pc:sldMkLst>
          <pc:docMk/>
          <pc:sldMk cId="1681231126" sldId="344"/>
        </pc:sldMkLst>
      </pc:sldChg>
      <pc:sldChg chg="modSp new mod">
        <pc:chgData name="SATRIA AKBAR MUGITAMA" userId="d315b48a-d980-444b-9273-254081c9f250" providerId="ADAL" clId="{7A24E292-39E1-4672-A903-37BD5E5F4948}" dt="2024-10-23T10:12:42.902" v="522" actId="20577"/>
        <pc:sldMkLst>
          <pc:docMk/>
          <pc:sldMk cId="3962874475" sldId="345"/>
        </pc:sldMkLst>
      </pc:sldChg>
      <pc:sldMasterChg chg="delSldLayout">
        <pc:chgData name="SATRIA AKBAR MUGITAMA" userId="d315b48a-d980-444b-9273-254081c9f250" providerId="ADAL" clId="{7A24E292-39E1-4672-A903-37BD5E5F4948}" dt="2024-10-23T09:59:35.097" v="23" actId="47"/>
        <pc:sldMasterMkLst>
          <pc:docMk/>
          <pc:sldMasterMk cId="3496024297" sldId="2147483648"/>
        </pc:sldMasterMkLst>
        <pc:sldLayoutChg chg="del">
          <pc:chgData name="SATRIA AKBAR MUGITAMA" userId="d315b48a-d980-444b-9273-254081c9f250" providerId="ADAL" clId="{7A24E292-39E1-4672-A903-37BD5E5F4948}" dt="2024-10-23T09:59:35.097" v="23" actId="47"/>
          <pc:sldLayoutMkLst>
            <pc:docMk/>
            <pc:sldMasterMk cId="3496024297" sldId="2147483648"/>
            <pc:sldLayoutMk cId="3273754048" sldId="2147483664"/>
          </pc:sldLayoutMkLst>
        </pc:sldLayoutChg>
      </pc:sldMasterChg>
    </pc:docChg>
  </pc:docChgLst>
  <pc:docChgLst>
    <pc:chgData name="SATRIA AKBAR MUGITAMA" userId="d315b48a-d980-444b-9273-254081c9f250" providerId="ADAL" clId="{B2018528-7709-45A9-945E-022761F3553C}"/>
    <pc:docChg chg="undo custSel delSld modSld">
      <pc:chgData name="SATRIA AKBAR MUGITAMA" userId="d315b48a-d980-444b-9273-254081c9f250" providerId="ADAL" clId="{B2018528-7709-45A9-945E-022761F3553C}" dt="2024-10-02T07:56:37.016" v="59" actId="47"/>
      <pc:docMkLst>
        <pc:docMk/>
      </pc:docMkLst>
      <pc:sldChg chg="modSp mod">
        <pc:chgData name="SATRIA AKBAR MUGITAMA" userId="d315b48a-d980-444b-9273-254081c9f250" providerId="ADAL" clId="{B2018528-7709-45A9-945E-022761F3553C}" dt="2024-09-18T06:43:39.865" v="36" actId="20577"/>
        <pc:sldMkLst>
          <pc:docMk/>
          <pc:sldMk cId="370052664" sldId="262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3114571255" sldId="269"/>
        </pc:sldMkLst>
      </pc:sldChg>
      <pc:sldChg chg="addSp delSp modSp mod">
        <pc:chgData name="SATRIA AKBAR MUGITAMA" userId="d315b48a-d980-444b-9273-254081c9f250" providerId="ADAL" clId="{B2018528-7709-45A9-945E-022761F3553C}" dt="2024-09-18T06:44:27.758" v="57" actId="20577"/>
        <pc:sldMkLst>
          <pc:docMk/>
          <pc:sldMk cId="1389760509" sldId="271"/>
        </pc:sldMkLst>
      </pc:sldChg>
      <pc:sldChg chg="mod modShow">
        <pc:chgData name="SATRIA AKBAR MUGITAMA" userId="d315b48a-d980-444b-9273-254081c9f250" providerId="ADAL" clId="{B2018528-7709-45A9-945E-022761F3553C}" dt="2024-09-18T06:44:48.882" v="58" actId="729"/>
        <pc:sldMkLst>
          <pc:docMk/>
          <pc:sldMk cId="787604574" sldId="273"/>
        </pc:sldMkLst>
      </pc:sldChg>
      <pc:sldChg chg="mod modShow">
        <pc:chgData name="SATRIA AKBAR MUGITAMA" userId="d315b48a-d980-444b-9273-254081c9f250" providerId="ADAL" clId="{B2018528-7709-45A9-945E-022761F3553C}" dt="2024-09-18T06:44:48.882" v="58" actId="729"/>
        <pc:sldMkLst>
          <pc:docMk/>
          <pc:sldMk cId="1576662848" sldId="274"/>
        </pc:sldMkLst>
      </pc:sldChg>
      <pc:sldChg chg="del mod modShow">
        <pc:chgData name="SATRIA AKBAR MUGITAMA" userId="d315b48a-d980-444b-9273-254081c9f250" providerId="ADAL" clId="{B2018528-7709-45A9-945E-022761F3553C}" dt="2024-10-02T07:56:37.016" v="59" actId="47"/>
        <pc:sldMkLst>
          <pc:docMk/>
          <pc:sldMk cId="1114277298" sldId="275"/>
        </pc:sldMkLst>
      </pc:sldChg>
      <pc:sldChg chg="modSp mod">
        <pc:chgData name="SATRIA AKBAR MUGITAMA" userId="d315b48a-d980-444b-9273-254081c9f250" providerId="ADAL" clId="{B2018528-7709-45A9-945E-022761F3553C}" dt="2024-09-18T06:43:20.085" v="9"/>
        <pc:sldMkLst>
          <pc:docMk/>
          <pc:sldMk cId="167618381" sldId="290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2406639587" sldId="291"/>
        </pc:sldMkLst>
      </pc:sldChg>
      <pc:sldChg chg="mod modShow">
        <pc:chgData name="SATRIA AKBAR MUGITAMA" userId="d315b48a-d980-444b-9273-254081c9f250" providerId="ADAL" clId="{B2018528-7709-45A9-945E-022761F3553C}" dt="2024-09-18T06:44:48.882" v="58" actId="729"/>
        <pc:sldMkLst>
          <pc:docMk/>
          <pc:sldMk cId="2554061127" sldId="295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2825249819" sldId="297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4179338233" sldId="300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2719828292" sldId="301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1720247613" sldId="302"/>
        </pc:sldMkLst>
      </pc:sldChg>
      <pc:sldChg chg="mod modShow">
        <pc:chgData name="SATRIA AKBAR MUGITAMA" userId="d315b48a-d980-444b-9273-254081c9f250" providerId="ADAL" clId="{B2018528-7709-45A9-945E-022761F3553C}" dt="2024-09-18T06:43:48.823" v="37" actId="729"/>
        <pc:sldMkLst>
          <pc:docMk/>
          <pc:sldMk cId="2749338948" sldId="304"/>
        </pc:sldMkLst>
      </pc:sldChg>
      <pc:sldChg chg="del mod modShow">
        <pc:chgData name="SATRIA AKBAR MUGITAMA" userId="d315b48a-d980-444b-9273-254081c9f250" providerId="ADAL" clId="{B2018528-7709-45A9-945E-022761F3553C}" dt="2024-10-02T07:56:37.016" v="59" actId="47"/>
        <pc:sldMkLst>
          <pc:docMk/>
          <pc:sldMk cId="0" sldId="308"/>
        </pc:sldMkLst>
      </pc:sldChg>
    </pc:docChg>
  </pc:docChgLst>
  <pc:docChgLst>
    <pc:chgData name="SATRIA AKBAR MUGITAMA" userId="d315b48a-d980-444b-9273-254081c9f250" providerId="ADAL" clId="{0AC57D02-E54C-4837-92E3-5CAF46C65EF4}"/>
    <pc:docChg chg="undo redo custSel addSld delSld modSld sldOrd">
      <pc:chgData name="SATRIA AKBAR MUGITAMA" userId="d315b48a-d980-444b-9273-254081c9f250" providerId="ADAL" clId="{0AC57D02-E54C-4837-92E3-5CAF46C65EF4}" dt="2024-11-01T02:34:38.057" v="620" actId="20577"/>
      <pc:docMkLst>
        <pc:docMk/>
      </pc:docMkLst>
      <pc:sldChg chg="modSp mod">
        <pc:chgData name="SATRIA AKBAR MUGITAMA" userId="d315b48a-d980-444b-9273-254081c9f250" providerId="ADAL" clId="{0AC57D02-E54C-4837-92E3-5CAF46C65EF4}" dt="2024-10-30T02:03:38.440" v="16" actId="20577"/>
        <pc:sldMkLst>
          <pc:docMk/>
          <pc:sldMk cId="167618381" sldId="290"/>
        </pc:sldMkLst>
        <pc:spChg chg="mod">
          <ac:chgData name="SATRIA AKBAR MUGITAMA" userId="d315b48a-d980-444b-9273-254081c9f250" providerId="ADAL" clId="{0AC57D02-E54C-4837-92E3-5CAF46C65EF4}" dt="2024-10-30T02:03:38.440" v="16" actId="20577"/>
          <ac:spMkLst>
            <pc:docMk/>
            <pc:sldMk cId="167618381" sldId="290"/>
            <ac:spMk id="8" creationId="{00000000-0000-0000-0000-000000000000}"/>
          </ac:spMkLst>
        </pc:spChg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210373113" sldId="314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49742162" sldId="315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2057504643" sldId="316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2955020008" sldId="317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758692794" sldId="319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2098586620" sldId="320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2451470962" sldId="323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867171950" sldId="331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682065033" sldId="332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541259070" sldId="333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75892548" sldId="334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428714152" sldId="335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611655880" sldId="336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828364235" sldId="337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778869246" sldId="338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077303793" sldId="339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813765968" sldId="341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3846545087" sldId="342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896561694" sldId="343"/>
        </pc:sldMkLst>
      </pc:sldChg>
      <pc:sldChg chg="del">
        <pc:chgData name="SATRIA AKBAR MUGITAMA" userId="d315b48a-d980-444b-9273-254081c9f250" providerId="ADAL" clId="{0AC57D02-E54C-4837-92E3-5CAF46C65EF4}" dt="2024-10-30T02:03:53.483" v="17" actId="47"/>
        <pc:sldMkLst>
          <pc:docMk/>
          <pc:sldMk cId="1681231126" sldId="344"/>
        </pc:sldMkLst>
      </pc:sldChg>
      <pc:sldChg chg="modSp mod ord">
        <pc:chgData name="SATRIA AKBAR MUGITAMA" userId="d315b48a-d980-444b-9273-254081c9f250" providerId="ADAL" clId="{0AC57D02-E54C-4837-92E3-5CAF46C65EF4}" dt="2024-10-30T02:47:24.957" v="266" actId="404"/>
        <pc:sldMkLst>
          <pc:docMk/>
          <pc:sldMk cId="3962874475" sldId="345"/>
        </pc:sldMkLst>
      </pc:sldChg>
      <pc:sldChg chg="new del">
        <pc:chgData name="SATRIA AKBAR MUGITAMA" userId="d315b48a-d980-444b-9273-254081c9f250" providerId="ADAL" clId="{0AC57D02-E54C-4837-92E3-5CAF46C65EF4}" dt="2024-10-30T02:03:59.320" v="19" actId="680"/>
        <pc:sldMkLst>
          <pc:docMk/>
          <pc:sldMk cId="1447405828" sldId="346"/>
        </pc:sldMkLst>
      </pc:sldChg>
      <pc:sldChg chg="modSp new mod">
        <pc:chgData name="SATRIA AKBAR MUGITAMA" userId="d315b48a-d980-444b-9273-254081c9f250" providerId="ADAL" clId="{0AC57D02-E54C-4837-92E3-5CAF46C65EF4}" dt="2024-10-30T02:04:31.233" v="27" actId="207"/>
        <pc:sldMkLst>
          <pc:docMk/>
          <pc:sldMk cId="4210557160" sldId="346"/>
        </pc:sldMkLst>
      </pc:sldChg>
      <pc:sldChg chg="modSp new mod">
        <pc:chgData name="SATRIA AKBAR MUGITAMA" userId="d315b48a-d980-444b-9273-254081c9f250" providerId="ADAL" clId="{0AC57D02-E54C-4837-92E3-5CAF46C65EF4}" dt="2024-10-30T02:04:48.599" v="33" actId="207"/>
        <pc:sldMkLst>
          <pc:docMk/>
          <pc:sldMk cId="2418136865" sldId="347"/>
        </pc:sldMkLst>
      </pc:sldChg>
      <pc:sldChg chg="modSp new mod">
        <pc:chgData name="SATRIA AKBAR MUGITAMA" userId="d315b48a-d980-444b-9273-254081c9f250" providerId="ADAL" clId="{0AC57D02-E54C-4837-92E3-5CAF46C65EF4}" dt="2024-10-30T02:05:05.529" v="39" actId="207"/>
        <pc:sldMkLst>
          <pc:docMk/>
          <pc:sldMk cId="1722178769" sldId="348"/>
        </pc:sldMkLst>
      </pc:sldChg>
      <pc:sldChg chg="new del">
        <pc:chgData name="SATRIA AKBAR MUGITAMA" userId="d315b48a-d980-444b-9273-254081c9f250" providerId="ADAL" clId="{0AC57D02-E54C-4837-92E3-5CAF46C65EF4}" dt="2024-10-30T02:05:16.576" v="41" actId="680"/>
        <pc:sldMkLst>
          <pc:docMk/>
          <pc:sldMk cId="2175548568" sldId="349"/>
        </pc:sldMkLst>
      </pc:sldChg>
      <pc:sldChg chg="modSp new mod">
        <pc:chgData name="SATRIA AKBAR MUGITAMA" userId="d315b48a-d980-444b-9273-254081c9f250" providerId="ADAL" clId="{0AC57D02-E54C-4837-92E3-5CAF46C65EF4}" dt="2024-10-30T02:08:16.094" v="90"/>
        <pc:sldMkLst>
          <pc:docMk/>
          <pc:sldMk cId="2435078751" sldId="349"/>
        </pc:sldMkLst>
      </pc:sldChg>
      <pc:sldChg chg="modSp new del mod">
        <pc:chgData name="SATRIA AKBAR MUGITAMA" userId="d315b48a-d980-444b-9273-254081c9f250" providerId="ADAL" clId="{0AC57D02-E54C-4837-92E3-5CAF46C65EF4}" dt="2024-10-30T02:05:23.788" v="45" actId="680"/>
        <pc:sldMkLst>
          <pc:docMk/>
          <pc:sldMk cId="2980007249" sldId="349"/>
        </pc:sldMkLst>
      </pc:sldChg>
      <pc:sldChg chg="new del">
        <pc:chgData name="SATRIA AKBAR MUGITAMA" userId="d315b48a-d980-444b-9273-254081c9f250" providerId="ADAL" clId="{0AC57D02-E54C-4837-92E3-5CAF46C65EF4}" dt="2024-10-30T02:06:08.354" v="56" actId="47"/>
        <pc:sldMkLst>
          <pc:docMk/>
          <pc:sldMk cId="433874218" sldId="350"/>
        </pc:sldMkLst>
      </pc:sldChg>
      <pc:sldChg chg="modSp new mod">
        <pc:chgData name="SATRIA AKBAR MUGITAMA" userId="d315b48a-d980-444b-9273-254081c9f250" providerId="ADAL" clId="{0AC57D02-E54C-4837-92E3-5CAF46C65EF4}" dt="2024-10-30T02:06:26.008" v="65" actId="207"/>
        <pc:sldMkLst>
          <pc:docMk/>
          <pc:sldMk cId="1836207820" sldId="350"/>
        </pc:sldMkLst>
      </pc:sldChg>
      <pc:sldChg chg="modSp new mod">
        <pc:chgData name="SATRIA AKBAR MUGITAMA" userId="d315b48a-d980-444b-9273-254081c9f250" providerId="ADAL" clId="{0AC57D02-E54C-4837-92E3-5CAF46C65EF4}" dt="2024-10-30T02:06:41.410" v="71" actId="207"/>
        <pc:sldMkLst>
          <pc:docMk/>
          <pc:sldMk cId="1810163915" sldId="351"/>
        </pc:sldMkLst>
      </pc:sldChg>
      <pc:sldChg chg="modSp new del mod">
        <pc:chgData name="SATRIA AKBAR MUGITAMA" userId="d315b48a-d980-444b-9273-254081c9f250" providerId="ADAL" clId="{0AC57D02-E54C-4837-92E3-5CAF46C65EF4}" dt="2024-10-30T02:06:55.932" v="75" actId="47"/>
        <pc:sldMkLst>
          <pc:docMk/>
          <pc:sldMk cId="1874633997" sldId="352"/>
        </pc:sldMkLst>
      </pc:sldChg>
      <pc:sldChg chg="modSp new mod">
        <pc:chgData name="SATRIA AKBAR MUGITAMA" userId="d315b48a-d980-444b-9273-254081c9f250" providerId="ADAL" clId="{0AC57D02-E54C-4837-92E3-5CAF46C65EF4}" dt="2024-10-30T02:07:59.277" v="88" actId="207"/>
        <pc:sldMkLst>
          <pc:docMk/>
          <pc:sldMk cId="3598413433" sldId="352"/>
        </pc:sldMkLst>
      </pc:sldChg>
      <pc:sldChg chg="new del">
        <pc:chgData name="SATRIA AKBAR MUGITAMA" userId="d315b48a-d980-444b-9273-254081c9f250" providerId="ADAL" clId="{0AC57D02-E54C-4837-92E3-5CAF46C65EF4}" dt="2024-10-30T02:08:31.971" v="93" actId="680"/>
        <pc:sldMkLst>
          <pc:docMk/>
          <pc:sldMk cId="720963859" sldId="353"/>
        </pc:sldMkLst>
      </pc:sldChg>
      <pc:sldChg chg="modSp new add del mod">
        <pc:chgData name="SATRIA AKBAR MUGITAMA" userId="d315b48a-d980-444b-9273-254081c9f250" providerId="ADAL" clId="{0AC57D02-E54C-4837-92E3-5CAF46C65EF4}" dt="2024-10-30T02:11:06.514" v="120" actId="207"/>
        <pc:sldMkLst>
          <pc:docMk/>
          <pc:sldMk cId="1140954991" sldId="353"/>
        </pc:sldMkLst>
      </pc:sldChg>
      <pc:sldChg chg="new del">
        <pc:chgData name="SATRIA AKBAR MUGITAMA" userId="d315b48a-d980-444b-9273-254081c9f250" providerId="ADAL" clId="{0AC57D02-E54C-4837-92E3-5CAF46C65EF4}" dt="2024-10-30T02:08:28.072" v="91" actId="47"/>
        <pc:sldMkLst>
          <pc:docMk/>
          <pc:sldMk cId="1722335153" sldId="353"/>
        </pc:sldMkLst>
      </pc:sldChg>
      <pc:sldChg chg="modSp new add del mod">
        <pc:chgData name="SATRIA AKBAR MUGITAMA" userId="d315b48a-d980-444b-9273-254081c9f250" providerId="ADAL" clId="{0AC57D02-E54C-4837-92E3-5CAF46C65EF4}" dt="2024-10-30T02:11:21.367" v="126" actId="207"/>
        <pc:sldMkLst>
          <pc:docMk/>
          <pc:sldMk cId="3091245288" sldId="354"/>
        </pc:sldMkLst>
      </pc:sldChg>
      <pc:sldChg chg="modSp new mod">
        <pc:chgData name="SATRIA AKBAR MUGITAMA" userId="d315b48a-d980-444b-9273-254081c9f250" providerId="ADAL" clId="{0AC57D02-E54C-4837-92E3-5CAF46C65EF4}" dt="2024-10-30T02:13:18.822" v="155" actId="404"/>
        <pc:sldMkLst>
          <pc:docMk/>
          <pc:sldMk cId="2555757815" sldId="355"/>
        </pc:sldMkLst>
      </pc:sldChg>
      <pc:sldChg chg="modSp new mod">
        <pc:chgData name="SATRIA AKBAR MUGITAMA" userId="d315b48a-d980-444b-9273-254081c9f250" providerId="ADAL" clId="{0AC57D02-E54C-4837-92E3-5CAF46C65EF4}" dt="2024-10-30T02:12:55.069" v="148" actId="3062"/>
        <pc:sldMkLst>
          <pc:docMk/>
          <pc:sldMk cId="2974882417" sldId="356"/>
        </pc:sldMkLst>
      </pc:sldChg>
      <pc:sldChg chg="modSp new mod">
        <pc:chgData name="SATRIA AKBAR MUGITAMA" userId="d315b48a-d980-444b-9273-254081c9f250" providerId="ADAL" clId="{0AC57D02-E54C-4837-92E3-5CAF46C65EF4}" dt="2024-10-30T02:13:45.763" v="160" actId="207"/>
        <pc:sldMkLst>
          <pc:docMk/>
          <pc:sldMk cId="3161190225" sldId="357"/>
        </pc:sldMkLst>
      </pc:sldChg>
      <pc:sldChg chg="new del">
        <pc:chgData name="SATRIA AKBAR MUGITAMA" userId="d315b48a-d980-444b-9273-254081c9f250" providerId="ADAL" clId="{0AC57D02-E54C-4837-92E3-5CAF46C65EF4}" dt="2024-10-30T02:46:29.342" v="235" actId="680"/>
        <pc:sldMkLst>
          <pc:docMk/>
          <pc:sldMk cId="1356920375" sldId="358"/>
        </pc:sldMkLst>
      </pc:sldChg>
      <pc:sldChg chg="new del">
        <pc:chgData name="SATRIA AKBAR MUGITAMA" userId="d315b48a-d980-444b-9273-254081c9f250" providerId="ADAL" clId="{0AC57D02-E54C-4837-92E3-5CAF46C65EF4}" dt="2024-10-30T02:19:32.882" v="202" actId="47"/>
        <pc:sldMkLst>
          <pc:docMk/>
          <pc:sldMk cId="1867250519" sldId="358"/>
        </pc:sldMkLst>
      </pc:sldChg>
      <pc:sldChg chg="modSp new mod">
        <pc:chgData name="SATRIA AKBAR MUGITAMA" userId="d315b48a-d980-444b-9273-254081c9f250" providerId="ADAL" clId="{0AC57D02-E54C-4837-92E3-5CAF46C65EF4}" dt="2024-10-30T02:46:46.477" v="258" actId="20577"/>
        <pc:sldMkLst>
          <pc:docMk/>
          <pc:sldMk cId="3786635494" sldId="358"/>
        </pc:sldMkLst>
      </pc:sldChg>
      <pc:sldChg chg="new del">
        <pc:chgData name="SATRIA AKBAR MUGITAMA" userId="d315b48a-d980-444b-9273-254081c9f250" providerId="ADAL" clId="{0AC57D02-E54C-4837-92E3-5CAF46C65EF4}" dt="2024-10-30T02:46:51.594" v="260" actId="680"/>
        <pc:sldMkLst>
          <pc:docMk/>
          <pc:sldMk cId="126315183" sldId="359"/>
        </pc:sldMkLst>
      </pc:sldChg>
      <pc:sldChg chg="addSp modSp new mod modClrScheme chgLayout modNotesTx">
        <pc:chgData name="SATRIA AKBAR MUGITAMA" userId="d315b48a-d980-444b-9273-254081c9f250" providerId="ADAL" clId="{0AC57D02-E54C-4837-92E3-5CAF46C65EF4}" dt="2024-10-30T03:00:06.820" v="308" actId="207"/>
        <pc:sldMkLst>
          <pc:docMk/>
          <pc:sldMk cId="3504995785" sldId="359"/>
        </pc:sldMkLst>
      </pc:sldChg>
      <pc:sldChg chg="new del">
        <pc:chgData name="SATRIA AKBAR MUGITAMA" userId="d315b48a-d980-444b-9273-254081c9f250" providerId="ADAL" clId="{0AC57D02-E54C-4837-92E3-5CAF46C65EF4}" dt="2024-10-30T02:51:15.210" v="285" actId="680"/>
        <pc:sldMkLst>
          <pc:docMk/>
          <pc:sldMk cId="1958708541" sldId="360"/>
        </pc:sldMkLst>
      </pc:sldChg>
      <pc:sldChg chg="addSp delSp modSp new mod modClrScheme chgLayout">
        <pc:chgData name="SATRIA AKBAR MUGITAMA" userId="d315b48a-d980-444b-9273-254081c9f250" providerId="ADAL" clId="{0AC57D02-E54C-4837-92E3-5CAF46C65EF4}" dt="2024-10-30T02:51:54.558" v="304" actId="26606"/>
        <pc:sldMkLst>
          <pc:docMk/>
          <pc:sldMk cId="2452314663" sldId="360"/>
        </pc:sldMkLst>
      </pc:sldChg>
      <pc:sldChg chg="addSp delSp modSp new mod">
        <pc:chgData name="SATRIA AKBAR MUGITAMA" userId="d315b48a-d980-444b-9273-254081c9f250" providerId="ADAL" clId="{0AC57D02-E54C-4837-92E3-5CAF46C65EF4}" dt="2024-11-01T02:22:51.721" v="363" actId="1076"/>
        <pc:sldMkLst>
          <pc:docMk/>
          <pc:sldMk cId="1461451587" sldId="361"/>
        </pc:sldMkLst>
      </pc:sldChg>
      <pc:sldChg chg="new del">
        <pc:chgData name="SATRIA AKBAR MUGITAMA" userId="d315b48a-d980-444b-9273-254081c9f250" providerId="ADAL" clId="{0AC57D02-E54C-4837-92E3-5CAF46C65EF4}" dt="2024-11-01T02:19:27.805" v="310" actId="680"/>
        <pc:sldMkLst>
          <pc:docMk/>
          <pc:sldMk cId="2868779880" sldId="361"/>
        </pc:sldMkLst>
      </pc:sldChg>
      <pc:sldChg chg="addSp delSp modSp new mod">
        <pc:chgData name="SATRIA AKBAR MUGITAMA" userId="d315b48a-d980-444b-9273-254081c9f250" providerId="ADAL" clId="{0AC57D02-E54C-4837-92E3-5CAF46C65EF4}" dt="2024-11-01T02:28:17.963" v="426" actId="20577"/>
        <pc:sldMkLst>
          <pc:docMk/>
          <pc:sldMk cId="3296381307" sldId="362"/>
        </pc:sldMkLst>
      </pc:sldChg>
      <pc:sldChg chg="modSp new del mod">
        <pc:chgData name="SATRIA AKBAR MUGITAMA" userId="d315b48a-d980-444b-9273-254081c9f250" providerId="ADAL" clId="{0AC57D02-E54C-4837-92E3-5CAF46C65EF4}" dt="2024-11-01T02:30:20.675" v="502" actId="47"/>
        <pc:sldMkLst>
          <pc:docMk/>
          <pc:sldMk cId="1446895186" sldId="363"/>
        </pc:sldMkLst>
      </pc:sldChg>
      <pc:sldChg chg="addSp modSp add mod">
        <pc:chgData name="SATRIA AKBAR MUGITAMA" userId="d315b48a-d980-444b-9273-254081c9f250" providerId="ADAL" clId="{0AC57D02-E54C-4837-92E3-5CAF46C65EF4}" dt="2024-11-01T02:34:38.057" v="620" actId="20577"/>
        <pc:sldMkLst>
          <pc:docMk/>
          <pc:sldMk cId="1112998139" sldId="364"/>
        </pc:sldMkLst>
      </pc:sldChg>
      <pc:sldChg chg="new del">
        <pc:chgData name="SATRIA AKBAR MUGITAMA" userId="d315b48a-d980-444b-9273-254081c9f250" providerId="ADAL" clId="{0AC57D02-E54C-4837-92E3-5CAF46C65EF4}" dt="2024-11-01T02:30:26.003" v="504" actId="680"/>
        <pc:sldMkLst>
          <pc:docMk/>
          <pc:sldMk cId="862780713" sldId="365"/>
        </pc:sldMkLst>
      </pc:sldChg>
      <pc:sldChg chg="addSp modSp add mod">
        <pc:chgData name="SATRIA AKBAR MUGITAMA" userId="d315b48a-d980-444b-9273-254081c9f250" providerId="ADAL" clId="{0AC57D02-E54C-4837-92E3-5CAF46C65EF4}" dt="2024-11-01T02:32:40.600" v="619" actId="20577"/>
        <pc:sldMkLst>
          <pc:docMk/>
          <pc:sldMk cId="939282671" sldId="365"/>
        </pc:sldMkLst>
      </pc:sldChg>
      <pc:sldChg chg="new del">
        <pc:chgData name="SATRIA AKBAR MUGITAMA" userId="d315b48a-d980-444b-9273-254081c9f250" providerId="ADAL" clId="{0AC57D02-E54C-4837-92E3-5CAF46C65EF4}" dt="2024-11-01T02:30:19.074" v="501" actId="47"/>
        <pc:sldMkLst>
          <pc:docMk/>
          <pc:sldMk cId="1960875022" sldId="365"/>
        </pc:sldMkLst>
      </pc:sldChg>
    </pc:docChg>
  </pc:docChgLst>
  <pc:docChgLst>
    <pc:chgData name="SATRIA AKBAR MUGITAMA" userId="d315b48a-d980-444b-9273-254081c9f250" providerId="ADAL" clId="{D94A675E-8A7E-4B4A-B240-03764AD4FF58}"/>
    <pc:docChg chg="delSld">
      <pc:chgData name="SATRIA AKBAR MUGITAMA" userId="d315b48a-d980-444b-9273-254081c9f250" providerId="ADAL" clId="{D94A675E-8A7E-4B4A-B240-03764AD4FF58}" dt="2024-11-07T01:56:21.563" v="0" actId="47"/>
      <pc:docMkLst>
        <pc:docMk/>
      </pc:docMkLst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962874475" sldId="345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4210557160" sldId="346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2418136865" sldId="347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722178769" sldId="348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2435078751" sldId="349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836207820" sldId="350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810163915" sldId="351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598413433" sldId="352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140954991" sldId="353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091245288" sldId="354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2555757815" sldId="355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2974882417" sldId="356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161190225" sldId="357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786635494" sldId="358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504995785" sldId="359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2452314663" sldId="360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461451587" sldId="361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3296381307" sldId="362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1112998139" sldId="364"/>
        </pc:sldMkLst>
      </pc:sldChg>
      <pc:sldChg chg="del">
        <pc:chgData name="SATRIA AKBAR MUGITAMA" userId="d315b48a-d980-444b-9273-254081c9f250" providerId="ADAL" clId="{D94A675E-8A7E-4B4A-B240-03764AD4FF58}" dt="2024-11-07T01:56:21.563" v="0" actId="47"/>
        <pc:sldMkLst>
          <pc:docMk/>
          <pc:sldMk cId="939282671" sldId="365"/>
        </pc:sldMkLst>
      </pc:sldChg>
    </pc:docChg>
  </pc:docChgLst>
  <pc:docChgLst>
    <pc:chgData name="SATRIA AKBAR MUGITAMA" userId="d315b48a-d980-444b-9273-254081c9f250" providerId="ADAL" clId="{FEB1421C-9E52-4722-9E18-AA9F1AE07987}"/>
    <pc:docChg chg="undo custSel addSld delSld modSld sldOrd">
      <pc:chgData name="SATRIA AKBAR MUGITAMA" userId="d315b48a-d980-444b-9273-254081c9f250" providerId="ADAL" clId="{FEB1421C-9E52-4722-9E18-AA9F1AE07987}" dt="2024-12-24T07:25:25.090" v="1421" actId="26606"/>
      <pc:docMkLst>
        <pc:docMk/>
      </pc:docMkLst>
      <pc:sldChg chg="modSp mod">
        <pc:chgData name="SATRIA AKBAR MUGITAMA" userId="d315b48a-d980-444b-9273-254081c9f250" providerId="ADAL" clId="{FEB1421C-9E52-4722-9E18-AA9F1AE07987}" dt="2024-12-24T06:57:47.794" v="18" actId="20577"/>
        <pc:sldMkLst>
          <pc:docMk/>
          <pc:sldMk cId="167618381" sldId="290"/>
        </pc:sldMkLst>
        <pc:spChg chg="mod">
          <ac:chgData name="SATRIA AKBAR MUGITAMA" userId="d315b48a-d980-444b-9273-254081c9f250" providerId="ADAL" clId="{FEB1421C-9E52-4722-9E18-AA9F1AE07987}" dt="2024-12-24T06:57:47.794" v="18" actId="20577"/>
          <ac:spMkLst>
            <pc:docMk/>
            <pc:sldMk cId="167618381" sldId="290"/>
            <ac:spMk id="8" creationId="{00000000-0000-0000-0000-000000000000}"/>
          </ac:spMkLst>
        </pc:spChg>
      </pc:sldChg>
      <pc:sldChg chg="addSp delSp modSp new mod">
        <pc:chgData name="SATRIA AKBAR MUGITAMA" userId="d315b48a-d980-444b-9273-254081c9f250" providerId="ADAL" clId="{FEB1421C-9E52-4722-9E18-AA9F1AE07987}" dt="2024-12-24T07:09:16.760" v="87" actId="20577"/>
        <pc:sldMkLst>
          <pc:docMk/>
          <pc:sldMk cId="249964151" sldId="291"/>
        </pc:sldMkLst>
        <pc:spChg chg="mod">
          <ac:chgData name="SATRIA AKBAR MUGITAMA" userId="d315b48a-d980-444b-9273-254081c9f250" providerId="ADAL" clId="{FEB1421C-9E52-4722-9E18-AA9F1AE07987}" dt="2024-12-24T07:09:16.760" v="87" actId="20577"/>
          <ac:spMkLst>
            <pc:docMk/>
            <pc:sldMk cId="249964151" sldId="291"/>
            <ac:spMk id="2" creationId="{0FF1E3E2-FE1F-4C73-1D9F-CC5A4656D6AD}"/>
          </ac:spMkLst>
        </pc:spChg>
        <pc:spChg chg="add del">
          <ac:chgData name="SATRIA AKBAR MUGITAMA" userId="d315b48a-d980-444b-9273-254081c9f250" providerId="ADAL" clId="{FEB1421C-9E52-4722-9E18-AA9F1AE07987}" dt="2024-12-24T07:01:46.557" v="62"/>
          <ac:spMkLst>
            <pc:docMk/>
            <pc:sldMk cId="249964151" sldId="291"/>
            <ac:spMk id="3" creationId="{A5FA5BB6-777F-672D-C1F6-1DE4EBCD9063}"/>
          </ac:spMkLst>
        </pc:spChg>
        <pc:graphicFrameChg chg="add mod">
          <ac:chgData name="SATRIA AKBAR MUGITAMA" userId="d315b48a-d980-444b-9273-254081c9f250" providerId="ADAL" clId="{FEB1421C-9E52-4722-9E18-AA9F1AE07987}" dt="2024-12-24T06:58:27.825" v="61"/>
          <ac:graphicFrameMkLst>
            <pc:docMk/>
            <pc:sldMk cId="249964151" sldId="291"/>
            <ac:graphicFrameMk id="6" creationId="{D87B39C1-5590-8CC5-E7F8-D533D6492BFE}"/>
          </ac:graphicFrameMkLst>
        </pc:graphicFrameChg>
        <pc:picChg chg="add mod">
          <ac:chgData name="SATRIA AKBAR MUGITAMA" userId="d315b48a-d980-444b-9273-254081c9f250" providerId="ADAL" clId="{FEB1421C-9E52-4722-9E18-AA9F1AE07987}" dt="2024-12-24T07:01:46.557" v="62"/>
          <ac:picMkLst>
            <pc:docMk/>
            <pc:sldMk cId="249964151" sldId="291"/>
            <ac:picMk id="1026" creationId="{72C3B91B-51A7-1779-825E-15C2E03ED21C}"/>
          </ac:picMkLst>
        </pc:picChg>
      </pc:sldChg>
      <pc:sldChg chg="new del">
        <pc:chgData name="SATRIA AKBAR MUGITAMA" userId="d315b48a-d980-444b-9273-254081c9f250" providerId="ADAL" clId="{FEB1421C-9E52-4722-9E18-AA9F1AE07987}" dt="2024-12-24T06:58:06.925" v="20" actId="680"/>
        <pc:sldMkLst>
          <pc:docMk/>
          <pc:sldMk cId="2068326438" sldId="291"/>
        </pc:sldMkLst>
      </pc:sldChg>
      <pc:sldChg chg="addSp delSp modSp new mod">
        <pc:chgData name="SATRIA AKBAR MUGITAMA" userId="d315b48a-d980-444b-9273-254081c9f250" providerId="ADAL" clId="{FEB1421C-9E52-4722-9E18-AA9F1AE07987}" dt="2024-12-24T07:21:16.516" v="1261" actId="1076"/>
        <pc:sldMkLst>
          <pc:docMk/>
          <pc:sldMk cId="162101173" sldId="292"/>
        </pc:sldMkLst>
        <pc:spChg chg="mod">
          <ac:chgData name="SATRIA AKBAR MUGITAMA" userId="d315b48a-d980-444b-9273-254081c9f250" providerId="ADAL" clId="{FEB1421C-9E52-4722-9E18-AA9F1AE07987}" dt="2024-12-24T07:19:43" v="1249" actId="20577"/>
          <ac:spMkLst>
            <pc:docMk/>
            <pc:sldMk cId="162101173" sldId="292"/>
            <ac:spMk id="2" creationId="{CC465491-14A3-633F-9EB2-EE16ABACD61C}"/>
          </ac:spMkLst>
        </pc:spChg>
        <pc:spChg chg="del">
          <ac:chgData name="SATRIA AKBAR MUGITAMA" userId="d315b48a-d980-444b-9273-254081c9f250" providerId="ADAL" clId="{FEB1421C-9E52-4722-9E18-AA9F1AE07987}" dt="2024-12-24T07:20:13.404" v="1250" actId="22"/>
          <ac:spMkLst>
            <pc:docMk/>
            <pc:sldMk cId="162101173" sldId="292"/>
            <ac:spMk id="3" creationId="{44276FCD-441B-83E0-3C6E-478077E883C0}"/>
          </ac:spMkLst>
        </pc:spChg>
        <pc:spChg chg="add del">
          <ac:chgData name="SATRIA AKBAR MUGITAMA" userId="d315b48a-d980-444b-9273-254081c9f250" providerId="ADAL" clId="{FEB1421C-9E52-4722-9E18-AA9F1AE07987}" dt="2024-12-24T07:08:49.374" v="65" actId="22"/>
          <ac:spMkLst>
            <pc:docMk/>
            <pc:sldMk cId="162101173" sldId="292"/>
            <ac:spMk id="7" creationId="{9AED0DF3-C78A-D30D-311B-C2228AF3283F}"/>
          </ac:spMkLst>
        </pc:spChg>
        <pc:picChg chg="add mod ord">
          <ac:chgData name="SATRIA AKBAR MUGITAMA" userId="d315b48a-d980-444b-9273-254081c9f250" providerId="ADAL" clId="{FEB1421C-9E52-4722-9E18-AA9F1AE07987}" dt="2024-12-24T07:20:44.247" v="1253" actId="1076"/>
          <ac:picMkLst>
            <pc:docMk/>
            <pc:sldMk cId="162101173" sldId="292"/>
            <ac:picMk id="9" creationId="{174BDE03-0BBE-98E0-51C3-016573A77EE0}"/>
          </ac:picMkLst>
        </pc:picChg>
        <pc:picChg chg="add del mod">
          <ac:chgData name="SATRIA AKBAR MUGITAMA" userId="d315b48a-d980-444b-9273-254081c9f250" providerId="ADAL" clId="{FEB1421C-9E52-4722-9E18-AA9F1AE07987}" dt="2024-12-24T07:21:12.024" v="1258" actId="478"/>
          <ac:picMkLst>
            <pc:docMk/>
            <pc:sldMk cId="162101173" sldId="292"/>
            <ac:picMk id="11" creationId="{3B5371AE-03C8-2D8A-A3C6-5E9CF4B97A07}"/>
          </ac:picMkLst>
        </pc:picChg>
        <pc:picChg chg="add mod">
          <ac:chgData name="SATRIA AKBAR MUGITAMA" userId="d315b48a-d980-444b-9273-254081c9f250" providerId="ADAL" clId="{FEB1421C-9E52-4722-9E18-AA9F1AE07987}" dt="2024-12-24T07:21:16.516" v="1261" actId="1076"/>
          <ac:picMkLst>
            <pc:docMk/>
            <pc:sldMk cId="162101173" sldId="292"/>
            <ac:picMk id="13" creationId="{A04D5E4C-5F8D-0BDD-25FC-37EC17B32A24}"/>
          </ac:picMkLst>
        </pc:picChg>
      </pc:sldChg>
      <pc:sldChg chg="modSp new mod ord">
        <pc:chgData name="SATRIA AKBAR MUGITAMA" userId="d315b48a-d980-444b-9273-254081c9f250" providerId="ADAL" clId="{FEB1421C-9E52-4722-9E18-AA9F1AE07987}" dt="2024-12-24T07:19:36.782" v="1227" actId="20577"/>
        <pc:sldMkLst>
          <pc:docMk/>
          <pc:sldMk cId="510917584" sldId="293"/>
        </pc:sldMkLst>
        <pc:spChg chg="mod">
          <ac:chgData name="SATRIA AKBAR MUGITAMA" userId="d315b48a-d980-444b-9273-254081c9f250" providerId="ADAL" clId="{FEB1421C-9E52-4722-9E18-AA9F1AE07987}" dt="2024-12-24T07:09:26.212" v="101" actId="20577"/>
          <ac:spMkLst>
            <pc:docMk/>
            <pc:sldMk cId="510917584" sldId="293"/>
            <ac:spMk id="2" creationId="{FCF9DDD4-1BE0-2A47-9503-761B67B41BBF}"/>
          </ac:spMkLst>
        </pc:spChg>
        <pc:spChg chg="mod">
          <ac:chgData name="SATRIA AKBAR MUGITAMA" userId="d315b48a-d980-444b-9273-254081c9f250" providerId="ADAL" clId="{FEB1421C-9E52-4722-9E18-AA9F1AE07987}" dt="2024-12-24T07:19:36.782" v="1227" actId="20577"/>
          <ac:spMkLst>
            <pc:docMk/>
            <pc:sldMk cId="510917584" sldId="293"/>
            <ac:spMk id="3" creationId="{344D713B-7CD1-3F26-0B91-10B9BA722DA5}"/>
          </ac:spMkLst>
        </pc:spChg>
      </pc:sldChg>
      <pc:sldChg chg="new del">
        <pc:chgData name="SATRIA AKBAR MUGITAMA" userId="d315b48a-d980-444b-9273-254081c9f250" providerId="ADAL" clId="{FEB1421C-9E52-4722-9E18-AA9F1AE07987}" dt="2024-12-24T07:09:04.890" v="67" actId="680"/>
        <pc:sldMkLst>
          <pc:docMk/>
          <pc:sldMk cId="2377645193" sldId="293"/>
        </pc:sldMkLst>
      </pc:sldChg>
      <pc:sldChg chg="new del">
        <pc:chgData name="SATRIA AKBAR MUGITAMA" userId="d315b48a-d980-444b-9273-254081c9f250" providerId="ADAL" clId="{FEB1421C-9E52-4722-9E18-AA9F1AE07987}" dt="2024-12-24T07:15:35.909" v="954" actId="680"/>
        <pc:sldMkLst>
          <pc:docMk/>
          <pc:sldMk cId="1912446969" sldId="294"/>
        </pc:sldMkLst>
      </pc:sldChg>
      <pc:sldChg chg="addSp delSp modSp add mod modClrScheme chgLayout">
        <pc:chgData name="SATRIA AKBAR MUGITAMA" userId="d315b48a-d980-444b-9273-254081c9f250" providerId="ADAL" clId="{FEB1421C-9E52-4722-9E18-AA9F1AE07987}" dt="2024-12-24T07:25:25.090" v="1421" actId="26606"/>
        <pc:sldMkLst>
          <pc:docMk/>
          <pc:sldMk cId="2724387116" sldId="294"/>
        </pc:sldMkLst>
        <pc:spChg chg="mod">
          <ac:chgData name="SATRIA AKBAR MUGITAMA" userId="d315b48a-d980-444b-9273-254081c9f250" providerId="ADAL" clId="{FEB1421C-9E52-4722-9E18-AA9F1AE07987}" dt="2024-12-24T07:25:25.090" v="1421" actId="26606"/>
          <ac:spMkLst>
            <pc:docMk/>
            <pc:sldMk cId="2724387116" sldId="294"/>
            <ac:spMk id="2" creationId="{A2A2F7F0-5ED7-E255-6944-484CA4F5E1AA}"/>
          </ac:spMkLst>
        </pc:spChg>
        <pc:spChg chg="mod ord">
          <ac:chgData name="SATRIA AKBAR MUGITAMA" userId="d315b48a-d980-444b-9273-254081c9f250" providerId="ADAL" clId="{FEB1421C-9E52-4722-9E18-AA9F1AE07987}" dt="2024-12-24T07:25:25.090" v="1421" actId="26606"/>
          <ac:spMkLst>
            <pc:docMk/>
            <pc:sldMk cId="2724387116" sldId="294"/>
            <ac:spMk id="4" creationId="{47C00F1A-1086-170E-1862-B6BD08984AAD}"/>
          </ac:spMkLst>
        </pc:spChg>
        <pc:spChg chg="mod ord">
          <ac:chgData name="SATRIA AKBAR MUGITAMA" userId="d315b48a-d980-444b-9273-254081c9f250" providerId="ADAL" clId="{FEB1421C-9E52-4722-9E18-AA9F1AE07987}" dt="2024-12-24T07:25:25.090" v="1421" actId="26606"/>
          <ac:spMkLst>
            <pc:docMk/>
            <pc:sldMk cId="2724387116" sldId="294"/>
            <ac:spMk id="5" creationId="{9AB14F16-C034-F099-0E89-26DC37811453}"/>
          </ac:spMkLst>
        </pc:spChg>
        <pc:spChg chg="add mod">
          <ac:chgData name="SATRIA AKBAR MUGITAMA" userId="d315b48a-d980-444b-9273-254081c9f250" providerId="ADAL" clId="{FEB1421C-9E52-4722-9E18-AA9F1AE07987}" dt="2024-12-24T07:25:25.090" v="1421" actId="26606"/>
          <ac:spMkLst>
            <pc:docMk/>
            <pc:sldMk cId="2724387116" sldId="294"/>
            <ac:spMk id="6" creationId="{7A8CB1D3-0E99-A636-38E5-576E182A78E1}"/>
          </ac:spMkLst>
        </pc:spChg>
        <pc:picChg chg="add mod">
          <ac:chgData name="SATRIA AKBAR MUGITAMA" userId="d315b48a-d980-444b-9273-254081c9f250" providerId="ADAL" clId="{FEB1421C-9E52-4722-9E18-AA9F1AE07987}" dt="2024-12-24T07:25:25.090" v="1421" actId="26606"/>
          <ac:picMkLst>
            <pc:docMk/>
            <pc:sldMk cId="2724387116" sldId="294"/>
            <ac:picMk id="8" creationId="{7A8555A6-0D19-CACE-5DF1-9486A25ED49A}"/>
          </ac:picMkLst>
        </pc:picChg>
        <pc:picChg chg="del">
          <ac:chgData name="SATRIA AKBAR MUGITAMA" userId="d315b48a-d980-444b-9273-254081c9f250" providerId="ADAL" clId="{FEB1421C-9E52-4722-9E18-AA9F1AE07987}" dt="2024-12-24T07:24:29.904" v="1286" actId="478"/>
          <ac:picMkLst>
            <pc:docMk/>
            <pc:sldMk cId="2724387116" sldId="294"/>
            <ac:picMk id="9" creationId="{CD3D4F97-9AE0-4A97-5891-2AB7FA80810B}"/>
          </ac:picMkLst>
        </pc:picChg>
      </pc:sldChg>
      <pc:sldChg chg="new del">
        <pc:chgData name="SATRIA AKBAR MUGITAMA" userId="d315b48a-d980-444b-9273-254081c9f250" providerId="ADAL" clId="{FEB1421C-9E52-4722-9E18-AA9F1AE07987}" dt="2024-12-24T07:09:20.101" v="89" actId="680"/>
        <pc:sldMkLst>
          <pc:docMk/>
          <pc:sldMk cId="3967482882" sldId="294"/>
        </pc:sldMkLst>
      </pc:sldChg>
    </pc:docChg>
  </pc:docChgLst>
  <pc:docChgLst>
    <pc:chgData name="SATRIA AKBAR MUGITAMA" userId="d315b48a-d980-444b-9273-254081c9f250" providerId="ADAL" clId="{A721ED9D-9502-42F5-B7C1-D762B362B398}"/>
    <pc:docChg chg="undo custSel addSld delSld modSld modMainMaster">
      <pc:chgData name="SATRIA AKBAR MUGITAMA" userId="d315b48a-d980-444b-9273-254081c9f250" providerId="ADAL" clId="{A721ED9D-9502-42F5-B7C1-D762B362B398}" dt="2024-10-16T05:48:30.528" v="904" actId="20577"/>
      <pc:docMkLst>
        <pc:docMk/>
      </pc:docMkLst>
      <pc:sldChg chg="modSp mod">
        <pc:chgData name="SATRIA AKBAR MUGITAMA" userId="d315b48a-d980-444b-9273-254081c9f250" providerId="ADAL" clId="{A721ED9D-9502-42F5-B7C1-D762B362B398}" dt="2024-10-16T05:01:40.273" v="404" actId="20577"/>
        <pc:sldMkLst>
          <pc:docMk/>
          <pc:sldMk cId="1870411640" sldId="260"/>
        </pc:sldMkLst>
      </pc:sldChg>
      <pc:sldChg chg="modSp del mod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3181744357" sldId="261"/>
        </pc:sldMkLst>
      </pc:sldChg>
      <pc:sldChg chg="modSp mod">
        <pc:chgData name="SATRIA AKBAR MUGITAMA" userId="d315b48a-d980-444b-9273-254081c9f250" providerId="ADAL" clId="{A721ED9D-9502-42F5-B7C1-D762B362B398}" dt="2024-10-16T04:27:46.836" v="114"/>
        <pc:sldMkLst>
          <pc:docMk/>
          <pc:sldMk cId="167618381" sldId="290"/>
        </pc:sldMkLst>
        <pc:spChg chg="mod">
          <ac:chgData name="SATRIA AKBAR MUGITAMA" userId="d315b48a-d980-444b-9273-254081c9f250" providerId="ADAL" clId="{A721ED9D-9502-42F5-B7C1-D762B362B398}" dt="2024-10-16T04:27:46.836" v="114"/>
          <ac:spMkLst>
            <pc:docMk/>
            <pc:sldMk cId="167618381" sldId="290"/>
            <ac:spMk id="3" creationId="{00000000-0000-0000-0000-000000000000}"/>
          </ac:spMkLst>
        </pc:spChg>
        <pc:spChg chg="mod">
          <ac:chgData name="SATRIA AKBAR MUGITAMA" userId="d315b48a-d980-444b-9273-254081c9f250" providerId="ADAL" clId="{A721ED9D-9502-42F5-B7C1-D762B362B398}" dt="2024-10-16T04:18:02.148" v="14" actId="20577"/>
          <ac:spMkLst>
            <pc:docMk/>
            <pc:sldMk cId="167618381" sldId="290"/>
            <ac:spMk id="8" creationId="{00000000-0000-0000-0000-000000000000}"/>
          </ac:spMkLst>
        </pc:spChg>
        <pc:spChg chg="mod">
          <ac:chgData name="SATRIA AKBAR MUGITAMA" userId="d315b48a-d980-444b-9273-254081c9f250" providerId="ADAL" clId="{A721ED9D-9502-42F5-B7C1-D762B362B398}" dt="2024-10-16T04:27:46.836" v="114"/>
          <ac:spMkLst>
            <pc:docMk/>
            <pc:sldMk cId="167618381" sldId="290"/>
            <ac:spMk id="10" creationId="{00000000-0000-0000-0000-000000000000}"/>
          </ac:spMkLst>
        </pc:spChg>
      </pc:sldChg>
      <pc:sldChg chg="modSp del mod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2693426504" sldId="291"/>
        </pc:sldMkLst>
      </pc:sldChg>
      <pc:sldChg chg="modSp del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3978370812" sldId="292"/>
        </pc:sldMkLst>
      </pc:sldChg>
      <pc:sldChg chg="modSp del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1902744595" sldId="293"/>
        </pc:sldMkLst>
      </pc:sldChg>
      <pc:sldChg chg="modSp del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2488466418" sldId="294"/>
        </pc:sldMkLst>
      </pc:sldChg>
      <pc:sldChg chg="modSp del">
        <pc:chgData name="SATRIA AKBAR MUGITAMA" userId="d315b48a-d980-444b-9273-254081c9f250" providerId="ADAL" clId="{A721ED9D-9502-42F5-B7C1-D762B362B398}" dt="2024-10-16T04:32:56.091" v="143" actId="47"/>
        <pc:sldMkLst>
          <pc:docMk/>
          <pc:sldMk cId="2036805550" sldId="295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615268417" sldId="296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2582831009" sldId="297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413313758" sldId="298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3142104805" sldId="299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251439520" sldId="300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1426310754" sldId="301"/>
        </pc:sldMkLst>
      </pc:sldChg>
      <pc:sldChg chg="del">
        <pc:chgData name="SATRIA AKBAR MUGITAMA" userId="d315b48a-d980-444b-9273-254081c9f250" providerId="ADAL" clId="{A721ED9D-9502-42F5-B7C1-D762B362B398}" dt="2024-10-16T04:27:13.403" v="113" actId="47"/>
        <pc:sldMkLst>
          <pc:docMk/>
          <pc:sldMk cId="1556205502" sldId="302"/>
        </pc:sldMkLst>
      </pc:sldChg>
      <pc:sldChg chg="addSp modSp new mod">
        <pc:chgData name="SATRIA AKBAR MUGITAMA" userId="d315b48a-d980-444b-9273-254081c9f250" providerId="ADAL" clId="{A721ED9D-9502-42F5-B7C1-D762B362B398}" dt="2024-10-16T04:32:27.192" v="135"/>
        <pc:sldMkLst>
          <pc:docMk/>
          <pc:sldMk cId="1040653210" sldId="303"/>
        </pc:sldMkLst>
      </pc:sldChg>
      <pc:sldChg chg="addSp modSp new mod">
        <pc:chgData name="SATRIA AKBAR MUGITAMA" userId="d315b48a-d980-444b-9273-254081c9f250" providerId="ADAL" clId="{A721ED9D-9502-42F5-B7C1-D762B362B398}" dt="2024-10-16T04:34:44.757" v="173" actId="20577"/>
        <pc:sldMkLst>
          <pc:docMk/>
          <pc:sldMk cId="1352557251" sldId="304"/>
        </pc:sldMkLst>
      </pc:sldChg>
      <pc:sldChg chg="addSp modSp new mod">
        <pc:chgData name="SATRIA AKBAR MUGITAMA" userId="d315b48a-d980-444b-9273-254081c9f250" providerId="ADAL" clId="{A721ED9D-9502-42F5-B7C1-D762B362B398}" dt="2024-10-16T04:34:53.001" v="177" actId="20577"/>
        <pc:sldMkLst>
          <pc:docMk/>
          <pc:sldMk cId="924095846" sldId="305"/>
        </pc:sldMkLst>
      </pc:sldChg>
      <pc:sldChg chg="addSp modSp new mod">
        <pc:chgData name="SATRIA AKBAR MUGITAMA" userId="d315b48a-d980-444b-9273-254081c9f250" providerId="ADAL" clId="{A721ED9D-9502-42F5-B7C1-D762B362B398}" dt="2024-10-16T04:35:04.862" v="183" actId="20577"/>
        <pc:sldMkLst>
          <pc:docMk/>
          <pc:sldMk cId="1323497273" sldId="306"/>
        </pc:sldMkLst>
      </pc:sldChg>
      <pc:sldChg chg="addSp modSp new mod">
        <pc:chgData name="SATRIA AKBAR MUGITAMA" userId="d315b48a-d980-444b-9273-254081c9f250" providerId="ADAL" clId="{A721ED9D-9502-42F5-B7C1-D762B362B398}" dt="2024-10-16T04:35:14.331" v="186" actId="20577"/>
        <pc:sldMkLst>
          <pc:docMk/>
          <pc:sldMk cId="1422201986" sldId="307"/>
        </pc:sldMkLst>
      </pc:sldChg>
      <pc:sldChg chg="new del">
        <pc:chgData name="SATRIA AKBAR MUGITAMA" userId="d315b48a-d980-444b-9273-254081c9f250" providerId="ADAL" clId="{A721ED9D-9502-42F5-B7C1-D762B362B398}" dt="2024-10-16T04:27:09.219" v="112" actId="47"/>
        <pc:sldMkLst>
          <pc:docMk/>
          <pc:sldMk cId="315521400" sldId="308"/>
        </pc:sldMkLst>
      </pc:sldChg>
      <pc:sldChg chg="addSp modSp new mod">
        <pc:chgData name="SATRIA AKBAR MUGITAMA" userId="d315b48a-d980-444b-9273-254081c9f250" providerId="ADAL" clId="{A721ED9D-9502-42F5-B7C1-D762B362B398}" dt="2024-10-16T04:35:20.231" v="189" actId="20577"/>
        <pc:sldMkLst>
          <pc:docMk/>
          <pc:sldMk cId="547366399" sldId="308"/>
        </pc:sldMkLst>
      </pc:sldChg>
      <pc:sldChg chg="addSp modSp new mod">
        <pc:chgData name="SATRIA AKBAR MUGITAMA" userId="d315b48a-d980-444b-9273-254081c9f250" providerId="ADAL" clId="{A721ED9D-9502-42F5-B7C1-D762B362B398}" dt="2024-10-16T04:35:26.565" v="195" actId="20577"/>
        <pc:sldMkLst>
          <pc:docMk/>
          <pc:sldMk cId="435848748" sldId="309"/>
        </pc:sldMkLst>
      </pc:sldChg>
      <pc:sldChg chg="addSp delSp modSp new mod">
        <pc:chgData name="SATRIA AKBAR MUGITAMA" userId="d315b48a-d980-444b-9273-254081c9f250" providerId="ADAL" clId="{A721ED9D-9502-42F5-B7C1-D762B362B398}" dt="2024-10-16T04:36:45.179" v="212" actId="20577"/>
        <pc:sldMkLst>
          <pc:docMk/>
          <pc:sldMk cId="1768704317" sldId="310"/>
        </pc:sldMkLst>
      </pc:sldChg>
      <pc:sldChg chg="addSp modSp new mod">
        <pc:chgData name="SATRIA AKBAR MUGITAMA" userId="d315b48a-d980-444b-9273-254081c9f250" providerId="ADAL" clId="{A721ED9D-9502-42F5-B7C1-D762B362B398}" dt="2024-10-16T04:36:53.759" v="215" actId="20577"/>
        <pc:sldMkLst>
          <pc:docMk/>
          <pc:sldMk cId="2679288265" sldId="311"/>
        </pc:sldMkLst>
      </pc:sldChg>
      <pc:sldChg chg="modSp new del mod">
        <pc:chgData name="SATRIA AKBAR MUGITAMA" userId="d315b48a-d980-444b-9273-254081c9f250" providerId="ADAL" clId="{A721ED9D-9502-42F5-B7C1-D762B362B398}" dt="2024-10-16T04:36:02.178" v="204" actId="47"/>
        <pc:sldMkLst>
          <pc:docMk/>
          <pc:sldMk cId="4217823183" sldId="312"/>
        </pc:sldMkLst>
      </pc:sldChg>
      <pc:sldChg chg="modSp add mod">
        <pc:chgData name="SATRIA AKBAR MUGITAMA" userId="d315b48a-d980-444b-9273-254081c9f250" providerId="ADAL" clId="{A721ED9D-9502-42F5-B7C1-D762B362B398}" dt="2024-10-16T05:01:50.343" v="409" actId="20577"/>
        <pc:sldMkLst>
          <pc:docMk/>
          <pc:sldMk cId="3567141693" sldId="313"/>
        </pc:sldMkLst>
      </pc:sldChg>
      <pc:sldChg chg="addSp delSp modSp new mod modClrScheme chgLayout">
        <pc:chgData name="SATRIA AKBAR MUGITAMA" userId="d315b48a-d980-444b-9273-254081c9f250" providerId="ADAL" clId="{A721ED9D-9502-42F5-B7C1-D762B362B398}" dt="2024-10-16T04:38:33.939" v="233" actId="26606"/>
        <pc:sldMkLst>
          <pc:docMk/>
          <pc:sldMk cId="1210373113" sldId="314"/>
        </pc:sldMkLst>
      </pc:sldChg>
      <pc:sldChg chg="addSp modSp new mod">
        <pc:chgData name="SATRIA AKBAR MUGITAMA" userId="d315b48a-d980-444b-9273-254081c9f250" providerId="ADAL" clId="{A721ED9D-9502-42F5-B7C1-D762B362B398}" dt="2024-10-16T04:59:54.064" v="364" actId="20577"/>
        <pc:sldMkLst>
          <pc:docMk/>
          <pc:sldMk cId="49742162" sldId="315"/>
        </pc:sldMkLst>
      </pc:sldChg>
      <pc:sldChg chg="new del">
        <pc:chgData name="SATRIA AKBAR MUGITAMA" userId="d315b48a-d980-444b-9273-254081c9f250" providerId="ADAL" clId="{A721ED9D-9502-42F5-B7C1-D762B362B398}" dt="2024-10-16T04:37:05.310" v="217" actId="680"/>
        <pc:sldMkLst>
          <pc:docMk/>
          <pc:sldMk cId="1728589655" sldId="315"/>
        </pc:sldMkLst>
      </pc:sldChg>
      <pc:sldChg chg="new del">
        <pc:chgData name="SATRIA AKBAR MUGITAMA" userId="d315b48a-d980-444b-9273-254081c9f250" providerId="ADAL" clId="{A721ED9D-9502-42F5-B7C1-D762B362B398}" dt="2024-10-16T04:38:42.003" v="235" actId="680"/>
        <pc:sldMkLst>
          <pc:docMk/>
          <pc:sldMk cId="2987477361" sldId="315"/>
        </pc:sldMkLst>
      </pc:sldChg>
      <pc:sldChg chg="addSp modSp new mod">
        <pc:chgData name="SATRIA AKBAR MUGITAMA" userId="d315b48a-d980-444b-9273-254081c9f250" providerId="ADAL" clId="{A721ED9D-9502-42F5-B7C1-D762B362B398}" dt="2024-10-16T04:59:59.525" v="367" actId="20577"/>
        <pc:sldMkLst>
          <pc:docMk/>
          <pc:sldMk cId="2057504643" sldId="316"/>
        </pc:sldMkLst>
      </pc:sldChg>
      <pc:sldChg chg="addSp delSp modSp new mod">
        <pc:chgData name="SATRIA AKBAR MUGITAMA" userId="d315b48a-d980-444b-9273-254081c9f250" providerId="ADAL" clId="{A721ED9D-9502-42F5-B7C1-D762B362B398}" dt="2024-10-16T05:00:03.409" v="370" actId="20577"/>
        <pc:sldMkLst>
          <pc:docMk/>
          <pc:sldMk cId="2955020008" sldId="317"/>
        </pc:sldMkLst>
      </pc:sldChg>
      <pc:sldChg chg="modSp new mod">
        <pc:chgData name="SATRIA AKBAR MUGITAMA" userId="d315b48a-d980-444b-9273-254081c9f250" providerId="ADAL" clId="{A721ED9D-9502-42F5-B7C1-D762B362B398}" dt="2024-10-16T04:46:47.114" v="271" actId="20577"/>
        <pc:sldMkLst>
          <pc:docMk/>
          <pc:sldMk cId="3519088087" sldId="318"/>
        </pc:sldMkLst>
      </pc:sldChg>
      <pc:sldChg chg="addSp delSp modSp new mod modClrScheme chgLayout">
        <pc:chgData name="SATRIA AKBAR MUGITAMA" userId="d315b48a-d980-444b-9273-254081c9f250" providerId="ADAL" clId="{A721ED9D-9502-42F5-B7C1-D762B362B398}" dt="2024-10-16T05:00:13.627" v="377" actId="20577"/>
        <pc:sldMkLst>
          <pc:docMk/>
          <pc:sldMk cId="1758692794" sldId="319"/>
        </pc:sldMkLst>
      </pc:sldChg>
      <pc:sldChg chg="addSp modSp new mod">
        <pc:chgData name="SATRIA AKBAR MUGITAMA" userId="d315b48a-d980-444b-9273-254081c9f250" providerId="ADAL" clId="{A721ED9D-9502-42F5-B7C1-D762B362B398}" dt="2024-10-16T05:00:24.544" v="382" actId="20577"/>
        <pc:sldMkLst>
          <pc:docMk/>
          <pc:sldMk cId="2098586620" sldId="320"/>
        </pc:sldMkLst>
      </pc:sldChg>
      <pc:sldChg chg="add">
        <pc:chgData name="SATRIA AKBAR MUGITAMA" userId="d315b48a-d980-444b-9273-254081c9f250" providerId="ADAL" clId="{A721ED9D-9502-42F5-B7C1-D762B362B398}" dt="2024-10-16T05:48:10.944" v="899"/>
        <pc:sldMkLst>
          <pc:docMk/>
          <pc:sldMk cId="1562312980" sldId="321"/>
        </pc:sldMkLst>
      </pc:sldChg>
      <pc:sldChg chg="addSp delSp modSp new del mod">
        <pc:chgData name="SATRIA AKBAR MUGITAMA" userId="d315b48a-d980-444b-9273-254081c9f250" providerId="ADAL" clId="{A721ED9D-9502-42F5-B7C1-D762B362B398}" dt="2024-10-16T05:48:06.018" v="897" actId="2696"/>
        <pc:sldMkLst>
          <pc:docMk/>
          <pc:sldMk cId="1713823075" sldId="321"/>
        </pc:sldMkLst>
      </pc:sldChg>
      <pc:sldChg chg="add">
        <pc:chgData name="SATRIA AKBAR MUGITAMA" userId="d315b48a-d980-444b-9273-254081c9f250" providerId="ADAL" clId="{A721ED9D-9502-42F5-B7C1-D762B362B398}" dt="2024-10-16T05:48:10.944" v="899"/>
        <pc:sldMkLst>
          <pc:docMk/>
          <pc:sldMk cId="585658162" sldId="322"/>
        </pc:sldMkLst>
      </pc:sldChg>
      <pc:sldChg chg="addSp modSp new add del mod">
        <pc:chgData name="SATRIA AKBAR MUGITAMA" userId="d315b48a-d980-444b-9273-254081c9f250" providerId="ADAL" clId="{A721ED9D-9502-42F5-B7C1-D762B362B398}" dt="2024-10-16T05:48:06.018" v="897" actId="2696"/>
        <pc:sldMkLst>
          <pc:docMk/>
          <pc:sldMk cId="1521592706" sldId="322"/>
        </pc:sldMkLst>
      </pc:sldChg>
      <pc:sldChg chg="add">
        <pc:chgData name="SATRIA AKBAR MUGITAMA" userId="d315b48a-d980-444b-9273-254081c9f250" providerId="ADAL" clId="{A721ED9D-9502-42F5-B7C1-D762B362B398}" dt="2024-10-16T05:48:10.944" v="899"/>
        <pc:sldMkLst>
          <pc:docMk/>
          <pc:sldMk cId="2451470962" sldId="323"/>
        </pc:sldMkLst>
      </pc:sldChg>
      <pc:sldChg chg="addSp delSp modSp new del mod">
        <pc:chgData name="SATRIA AKBAR MUGITAMA" userId="d315b48a-d980-444b-9273-254081c9f250" providerId="ADAL" clId="{A721ED9D-9502-42F5-B7C1-D762B362B398}" dt="2024-10-16T05:48:06.018" v="897" actId="2696"/>
        <pc:sldMkLst>
          <pc:docMk/>
          <pc:sldMk cId="3327128798" sldId="323"/>
        </pc:sldMkLst>
      </pc:sldChg>
      <pc:sldChg chg="new del">
        <pc:chgData name="SATRIA AKBAR MUGITAMA" userId="d315b48a-d980-444b-9273-254081c9f250" providerId="ADAL" clId="{A721ED9D-9502-42F5-B7C1-D762B362B398}" dt="2024-10-16T05:01:31.754" v="399" actId="47"/>
        <pc:sldMkLst>
          <pc:docMk/>
          <pc:sldMk cId="1480084676" sldId="324"/>
        </pc:sldMkLst>
      </pc:sldChg>
      <pc:sldChg chg="modSp add mod">
        <pc:chgData name="SATRIA AKBAR MUGITAMA" userId="d315b48a-d980-444b-9273-254081c9f250" providerId="ADAL" clId="{A721ED9D-9502-42F5-B7C1-D762B362B398}" dt="2024-10-16T05:02:03.236" v="412" actId="207"/>
        <pc:sldMkLst>
          <pc:docMk/>
          <pc:sldMk cId="3271268379" sldId="324"/>
        </pc:sldMkLst>
      </pc:sldChg>
      <pc:sldChg chg="addSp modSp new mod">
        <pc:chgData name="SATRIA AKBAR MUGITAMA" userId="d315b48a-d980-444b-9273-254081c9f250" providerId="ADAL" clId="{A721ED9D-9502-42F5-B7C1-D762B362B398}" dt="2024-10-16T05:04:15.538" v="452" actId="1076"/>
        <pc:sldMkLst>
          <pc:docMk/>
          <pc:sldMk cId="2128164693" sldId="325"/>
        </pc:sldMkLst>
      </pc:sldChg>
      <pc:sldChg chg="addSp delSp modSp new mod">
        <pc:chgData name="SATRIA AKBAR MUGITAMA" userId="d315b48a-d980-444b-9273-254081c9f250" providerId="ADAL" clId="{A721ED9D-9502-42F5-B7C1-D762B362B398}" dt="2024-10-16T05:04:55.177" v="505" actId="22"/>
        <pc:sldMkLst>
          <pc:docMk/>
          <pc:sldMk cId="242731093" sldId="326"/>
        </pc:sldMkLst>
      </pc:sldChg>
      <pc:sldChg chg="add del">
        <pc:chgData name="SATRIA AKBAR MUGITAMA" userId="d315b48a-d980-444b-9273-254081c9f250" providerId="ADAL" clId="{A721ED9D-9502-42F5-B7C1-D762B362B398}" dt="2024-10-16T05:02:12.170" v="417"/>
        <pc:sldMkLst>
          <pc:docMk/>
          <pc:sldMk cId="3869382693" sldId="326"/>
        </pc:sldMkLst>
      </pc:sldChg>
      <pc:sldChg chg="addSp modSp new mod">
        <pc:chgData name="SATRIA AKBAR MUGITAMA" userId="d315b48a-d980-444b-9273-254081c9f250" providerId="ADAL" clId="{A721ED9D-9502-42F5-B7C1-D762B362B398}" dt="2024-10-16T05:05:34.590" v="518" actId="22"/>
        <pc:sldMkLst>
          <pc:docMk/>
          <pc:sldMk cId="584255141" sldId="327"/>
        </pc:sldMkLst>
      </pc:sldChg>
      <pc:sldChg chg="addSp modSp new mod">
        <pc:chgData name="SATRIA AKBAR MUGITAMA" userId="d315b48a-d980-444b-9273-254081c9f250" providerId="ADAL" clId="{A721ED9D-9502-42F5-B7C1-D762B362B398}" dt="2024-10-16T05:06:01.860" v="541" actId="22"/>
        <pc:sldMkLst>
          <pc:docMk/>
          <pc:sldMk cId="2063331300" sldId="328"/>
        </pc:sldMkLst>
      </pc:sldChg>
      <pc:sldChg chg="addSp delSp modSp new mod setBg">
        <pc:chgData name="SATRIA AKBAR MUGITAMA" userId="d315b48a-d980-444b-9273-254081c9f250" providerId="ADAL" clId="{A721ED9D-9502-42F5-B7C1-D762B362B398}" dt="2024-10-16T05:16:44.869" v="674" actId="15"/>
        <pc:sldMkLst>
          <pc:docMk/>
          <pc:sldMk cId="3973862224" sldId="329"/>
        </pc:sldMkLst>
      </pc:sldChg>
      <pc:sldChg chg="addSp delSp modSp new mod">
        <pc:chgData name="SATRIA AKBAR MUGITAMA" userId="d315b48a-d980-444b-9273-254081c9f250" providerId="ADAL" clId="{A721ED9D-9502-42F5-B7C1-D762B362B398}" dt="2024-10-16T05:17:14.388" v="691" actId="15"/>
        <pc:sldMkLst>
          <pc:docMk/>
          <pc:sldMk cId="1882523254" sldId="330"/>
        </pc:sldMkLst>
      </pc:sldChg>
      <pc:sldChg chg="modSp new del mod">
        <pc:chgData name="SATRIA AKBAR MUGITAMA" userId="d315b48a-d980-444b-9273-254081c9f250" providerId="ADAL" clId="{A721ED9D-9502-42F5-B7C1-D762B362B398}" dt="2024-10-16T05:48:13.725" v="901" actId="47"/>
        <pc:sldMkLst>
          <pc:docMk/>
          <pc:sldMk cId="562225226" sldId="331"/>
        </pc:sldMkLst>
      </pc:sldChg>
      <pc:sldChg chg="modSp add mod">
        <pc:chgData name="SATRIA AKBAR MUGITAMA" userId="d315b48a-d980-444b-9273-254081c9f250" providerId="ADAL" clId="{A721ED9D-9502-42F5-B7C1-D762B362B398}" dt="2024-10-16T05:48:30.528" v="904" actId="20577"/>
        <pc:sldMkLst>
          <pc:docMk/>
          <pc:sldMk cId="1867171950" sldId="331"/>
        </pc:sldMkLst>
      </pc:sldChg>
      <pc:sldMasterChg chg="modSp mod modSldLayout">
        <pc:chgData name="SATRIA AKBAR MUGITAMA" userId="d315b48a-d980-444b-9273-254081c9f250" providerId="ADAL" clId="{A721ED9D-9502-42F5-B7C1-D762B362B398}" dt="2024-10-16T04:32:03.817" v="131" actId="20577"/>
        <pc:sldMasterMkLst>
          <pc:docMk/>
          <pc:sldMasterMk cId="3496024297" sldId="2147483648"/>
        </pc:sldMasterMkLst>
        <pc:spChg chg="mod">
          <ac:chgData name="SATRIA AKBAR MUGITAMA" userId="d315b48a-d980-444b-9273-254081c9f250" providerId="ADAL" clId="{A721ED9D-9502-42F5-B7C1-D762B362B398}" dt="2024-10-16T04:31:26.110" v="123"/>
          <ac:spMkLst>
            <pc:docMk/>
            <pc:sldMasterMk cId="3496024297" sldId="2147483648"/>
            <ac:spMk id="5" creationId="{00000000-0000-0000-0000-000000000000}"/>
          </ac:spMkLst>
        </pc:spChg>
        <pc:sldLayoutChg chg="modSp mod">
          <pc:chgData name="SATRIA AKBAR MUGITAMA" userId="d315b48a-d980-444b-9273-254081c9f250" providerId="ADAL" clId="{A721ED9D-9502-42F5-B7C1-D762B362B398}" dt="2024-10-16T04:30:52.119" v="116"/>
          <pc:sldLayoutMkLst>
            <pc:docMk/>
            <pc:sldMasterMk cId="3496024297" sldId="2147483648"/>
            <pc:sldLayoutMk cId="783226240" sldId="2147483649"/>
          </pc:sldLayoutMkLst>
          <pc:spChg chg="mod">
            <ac:chgData name="SATRIA AKBAR MUGITAMA" userId="d315b48a-d980-444b-9273-254081c9f250" providerId="ADAL" clId="{A721ED9D-9502-42F5-B7C1-D762B362B398}" dt="2024-10-16T04:30:52.119" v="116"/>
            <ac:spMkLst>
              <pc:docMk/>
              <pc:sldMasterMk cId="3496024297" sldId="2147483648"/>
              <pc:sldLayoutMk cId="783226240" sldId="2147483649"/>
              <ac:spMk id="5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0:40.903" v="115"/>
          <pc:sldLayoutMkLst>
            <pc:docMk/>
            <pc:sldMasterMk cId="3496024297" sldId="2147483648"/>
            <pc:sldLayoutMk cId="3051382483" sldId="2147483650"/>
          </pc:sldLayoutMkLst>
          <pc:spChg chg="mod">
            <ac:chgData name="SATRIA AKBAR MUGITAMA" userId="d315b48a-d980-444b-9273-254081c9f250" providerId="ADAL" clId="{A721ED9D-9502-42F5-B7C1-D762B362B398}" dt="2024-10-16T04:30:40.903" v="115"/>
            <ac:spMkLst>
              <pc:docMk/>
              <pc:sldMasterMk cId="3496024297" sldId="2147483648"/>
              <pc:sldLayoutMk cId="3051382483" sldId="2147483650"/>
              <ac:spMk id="5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0:58.915" v="117"/>
          <pc:sldLayoutMkLst>
            <pc:docMk/>
            <pc:sldMasterMk cId="3496024297" sldId="2147483648"/>
            <pc:sldLayoutMk cId="3879510874" sldId="2147483651"/>
          </pc:sldLayoutMkLst>
          <pc:spChg chg="mod">
            <ac:chgData name="SATRIA AKBAR MUGITAMA" userId="d315b48a-d980-444b-9273-254081c9f250" providerId="ADAL" clId="{A721ED9D-9502-42F5-B7C1-D762B362B398}" dt="2024-10-16T04:30:58.915" v="117"/>
            <ac:spMkLst>
              <pc:docMk/>
              <pc:sldMasterMk cId="3496024297" sldId="2147483648"/>
              <pc:sldLayoutMk cId="3879510874" sldId="2147483651"/>
              <ac:spMk id="5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36.279" v="124"/>
          <pc:sldLayoutMkLst>
            <pc:docMk/>
            <pc:sldMasterMk cId="3496024297" sldId="2147483648"/>
            <pc:sldLayoutMk cId="1342057031" sldId="2147483652"/>
          </pc:sldLayoutMkLst>
          <pc:spChg chg="mod">
            <ac:chgData name="SATRIA AKBAR MUGITAMA" userId="d315b48a-d980-444b-9273-254081c9f250" providerId="ADAL" clId="{A721ED9D-9502-42F5-B7C1-D762B362B398}" dt="2024-10-16T04:31:36.279" v="124"/>
            <ac:spMkLst>
              <pc:docMk/>
              <pc:sldMasterMk cId="3496024297" sldId="2147483648"/>
              <pc:sldLayoutMk cId="1342057031" sldId="2147483652"/>
              <ac:spMk id="6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43.809" v="125"/>
          <pc:sldLayoutMkLst>
            <pc:docMk/>
            <pc:sldMasterMk cId="3496024297" sldId="2147483648"/>
            <pc:sldLayoutMk cId="1425059309" sldId="2147483653"/>
          </pc:sldLayoutMkLst>
          <pc:spChg chg="mod">
            <ac:chgData name="SATRIA AKBAR MUGITAMA" userId="d315b48a-d980-444b-9273-254081c9f250" providerId="ADAL" clId="{A721ED9D-9502-42F5-B7C1-D762B362B398}" dt="2024-10-16T04:31:43.809" v="125"/>
            <ac:spMkLst>
              <pc:docMk/>
              <pc:sldMasterMk cId="3496024297" sldId="2147483648"/>
              <pc:sldLayoutMk cId="1425059309" sldId="2147483653"/>
              <ac:spMk id="8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01.642" v="118"/>
          <pc:sldLayoutMkLst>
            <pc:docMk/>
            <pc:sldMasterMk cId="3496024297" sldId="2147483648"/>
            <pc:sldLayoutMk cId="2330669593" sldId="2147483654"/>
          </pc:sldLayoutMkLst>
          <pc:spChg chg="mod">
            <ac:chgData name="SATRIA AKBAR MUGITAMA" userId="d315b48a-d980-444b-9273-254081c9f250" providerId="ADAL" clId="{A721ED9D-9502-42F5-B7C1-D762B362B398}" dt="2024-10-16T04:31:01.642" v="118"/>
            <ac:spMkLst>
              <pc:docMk/>
              <pc:sldMasterMk cId="3496024297" sldId="2147483648"/>
              <pc:sldLayoutMk cId="2330669593" sldId="2147483654"/>
              <ac:spMk id="4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49.978" v="126"/>
          <pc:sldLayoutMkLst>
            <pc:docMk/>
            <pc:sldMasterMk cId="3496024297" sldId="2147483648"/>
            <pc:sldLayoutMk cId="2640390043" sldId="2147483655"/>
          </pc:sldLayoutMkLst>
          <pc:spChg chg="mod">
            <ac:chgData name="SATRIA AKBAR MUGITAMA" userId="d315b48a-d980-444b-9273-254081c9f250" providerId="ADAL" clId="{A721ED9D-9502-42F5-B7C1-D762B362B398}" dt="2024-10-16T04:31:49.978" v="126"/>
            <ac:spMkLst>
              <pc:docMk/>
              <pc:sldMasterMk cId="3496024297" sldId="2147483648"/>
              <pc:sldLayoutMk cId="2640390043" sldId="2147483655"/>
              <ac:spMk id="3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53.659" v="127"/>
          <pc:sldLayoutMkLst>
            <pc:docMk/>
            <pc:sldMasterMk cId="3496024297" sldId="2147483648"/>
            <pc:sldLayoutMk cId="4089267615" sldId="2147483656"/>
          </pc:sldLayoutMkLst>
          <pc:spChg chg="mod">
            <ac:chgData name="SATRIA AKBAR MUGITAMA" userId="d315b48a-d980-444b-9273-254081c9f250" providerId="ADAL" clId="{A721ED9D-9502-42F5-B7C1-D762B362B398}" dt="2024-10-16T04:31:53.659" v="127"/>
            <ac:spMkLst>
              <pc:docMk/>
              <pc:sldMasterMk cId="3496024297" sldId="2147483648"/>
              <pc:sldLayoutMk cId="4089267615" sldId="2147483656"/>
              <ac:spMk id="6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57.161" v="128"/>
          <pc:sldLayoutMkLst>
            <pc:docMk/>
            <pc:sldMasterMk cId="3496024297" sldId="2147483648"/>
            <pc:sldLayoutMk cId="1294668964" sldId="2147483657"/>
          </pc:sldLayoutMkLst>
          <pc:spChg chg="mod">
            <ac:chgData name="SATRIA AKBAR MUGITAMA" userId="d315b48a-d980-444b-9273-254081c9f250" providerId="ADAL" clId="{A721ED9D-9502-42F5-B7C1-D762B362B398}" dt="2024-10-16T04:31:57.161" v="128"/>
            <ac:spMkLst>
              <pc:docMk/>
              <pc:sldMasterMk cId="3496024297" sldId="2147483648"/>
              <pc:sldLayoutMk cId="1294668964" sldId="2147483657"/>
              <ac:spMk id="6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2:03.817" v="131" actId="20577"/>
          <pc:sldLayoutMkLst>
            <pc:docMk/>
            <pc:sldMasterMk cId="3496024297" sldId="2147483648"/>
            <pc:sldLayoutMk cId="2894639275" sldId="2147483658"/>
          </pc:sldLayoutMkLst>
          <pc:spChg chg="mod">
            <ac:chgData name="SATRIA AKBAR MUGITAMA" userId="d315b48a-d980-444b-9273-254081c9f250" providerId="ADAL" clId="{A721ED9D-9502-42F5-B7C1-D762B362B398}" dt="2024-10-16T04:32:03.817" v="131" actId="20577"/>
            <ac:spMkLst>
              <pc:docMk/>
              <pc:sldMasterMk cId="3496024297" sldId="2147483648"/>
              <pc:sldLayoutMk cId="2894639275" sldId="2147483658"/>
              <ac:spMk id="5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09.428" v="119"/>
          <pc:sldLayoutMkLst>
            <pc:docMk/>
            <pc:sldMasterMk cId="3496024297" sldId="2147483648"/>
            <pc:sldLayoutMk cId="1862438502" sldId="2147483659"/>
          </pc:sldLayoutMkLst>
          <pc:spChg chg="mod">
            <ac:chgData name="SATRIA AKBAR MUGITAMA" userId="d315b48a-d980-444b-9273-254081c9f250" providerId="ADAL" clId="{A721ED9D-9502-42F5-B7C1-D762B362B398}" dt="2024-10-16T04:31:09.428" v="119"/>
            <ac:spMkLst>
              <pc:docMk/>
              <pc:sldMasterMk cId="3496024297" sldId="2147483648"/>
              <pc:sldLayoutMk cId="1862438502" sldId="2147483659"/>
              <ac:spMk id="5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13.771" v="120"/>
          <pc:sldLayoutMkLst>
            <pc:docMk/>
            <pc:sldMasterMk cId="3496024297" sldId="2147483648"/>
            <pc:sldLayoutMk cId="3364582357" sldId="2147483661"/>
          </pc:sldLayoutMkLst>
          <pc:spChg chg="mod">
            <ac:chgData name="SATRIA AKBAR MUGITAMA" userId="d315b48a-d980-444b-9273-254081c9f250" providerId="ADAL" clId="{A721ED9D-9502-42F5-B7C1-D762B362B398}" dt="2024-10-16T04:31:13.771" v="120"/>
            <ac:spMkLst>
              <pc:docMk/>
              <pc:sldMasterMk cId="3496024297" sldId="2147483648"/>
              <pc:sldLayoutMk cId="3364582357" sldId="2147483661"/>
              <ac:spMk id="21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17.726" v="121"/>
          <pc:sldLayoutMkLst>
            <pc:docMk/>
            <pc:sldMasterMk cId="3496024297" sldId="2147483648"/>
            <pc:sldLayoutMk cId="1696587169" sldId="2147483662"/>
          </pc:sldLayoutMkLst>
          <pc:spChg chg="mod">
            <ac:chgData name="SATRIA AKBAR MUGITAMA" userId="d315b48a-d980-444b-9273-254081c9f250" providerId="ADAL" clId="{A721ED9D-9502-42F5-B7C1-D762B362B398}" dt="2024-10-16T04:31:17.726" v="121"/>
            <ac:spMkLst>
              <pc:docMk/>
              <pc:sldMasterMk cId="3496024297" sldId="2147483648"/>
              <pc:sldLayoutMk cId="1696587169" sldId="2147483662"/>
              <ac:spMk id="13" creationId="{00000000-0000-0000-0000-000000000000}"/>
            </ac:spMkLst>
          </pc:spChg>
        </pc:sldLayoutChg>
        <pc:sldLayoutChg chg="modSp mod">
          <pc:chgData name="SATRIA AKBAR MUGITAMA" userId="d315b48a-d980-444b-9273-254081c9f250" providerId="ADAL" clId="{A721ED9D-9502-42F5-B7C1-D762B362B398}" dt="2024-10-16T04:31:20.453" v="122"/>
          <pc:sldLayoutMkLst>
            <pc:docMk/>
            <pc:sldMasterMk cId="3496024297" sldId="2147483648"/>
            <pc:sldLayoutMk cId="4033131675" sldId="2147483663"/>
          </pc:sldLayoutMkLst>
          <pc:spChg chg="mod">
            <ac:chgData name="SATRIA AKBAR MUGITAMA" userId="d315b48a-d980-444b-9273-254081c9f250" providerId="ADAL" clId="{A721ED9D-9502-42F5-B7C1-D762B362B398}" dt="2024-10-16T04:31:20.453" v="122"/>
            <ac:spMkLst>
              <pc:docMk/>
              <pc:sldMasterMk cId="3496024297" sldId="2147483648"/>
              <pc:sldLayoutMk cId="4033131675" sldId="2147483663"/>
              <ac:spMk id="1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72DBD-0558-446A-880A-8866B0EE786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8C0ED-8D7C-4DA4-B6F2-0AFEA9BD0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29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8C0ED-8D7C-4DA4-B6F2-0AFEA9BD05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60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8C0ED-8D7C-4DA4-B6F2-0AFEA9BD05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0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3429000"/>
            <a:ext cx="4267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6F6A-5D46-4658-9A5C-9C08287DEC74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/>
          <p:nvPr userDrawn="1"/>
        </p:nvPicPr>
        <p:blipFill>
          <a:blip r:embed="rId2"/>
          <a:stretch/>
        </p:blipFill>
        <p:spPr>
          <a:xfrm>
            <a:off x="5589720" y="216720"/>
            <a:ext cx="3263400" cy="647280"/>
          </a:xfrm>
          <a:prstGeom prst="rect">
            <a:avLst/>
          </a:prstGeom>
          <a:ln>
            <a:noFill/>
          </a:ln>
        </p:spPr>
      </p:pic>
      <p:pic>
        <p:nvPicPr>
          <p:cNvPr id="8" name="Picture 2"/>
          <p:cNvPicPr/>
          <p:nvPr userDrawn="1"/>
        </p:nvPicPr>
        <p:blipFill>
          <a:blip r:embed="rId3"/>
          <a:srcRect r="17786" b="11856"/>
          <a:stretch/>
        </p:blipFill>
        <p:spPr>
          <a:xfrm>
            <a:off x="43560" y="3251520"/>
            <a:ext cx="3847320" cy="30931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22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27B16-7BB6-44BD-A8C9-2E9719B6614C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38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542E-B76D-48B1-B1E5-4C257675468D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510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4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99F4-D83F-41BF-B294-A5F6CF6F354B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205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5103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43199"/>
            <a:ext cx="4040188" cy="3382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95103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43199"/>
            <a:ext cx="4041775" cy="3382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132F-C03F-4C6B-9817-0C65352E41B5}" type="datetime1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505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97F1-C313-4841-980B-F123DAA4861D}" type="datetime1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669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F696-E582-41C4-B0C7-A3FDCEC6883A}" type="datetime1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39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3008313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71600"/>
            <a:ext cx="5111750" cy="4754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62200"/>
            <a:ext cx="3008313" cy="3763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E34FB-46C1-4F4D-AB11-37B96AB140A9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926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1599"/>
            <a:ext cx="5486400" cy="33559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43C1-4025-41E1-BF09-FF6B09985798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466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2405D-F09A-4666-B947-6E7510B003AE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63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371600"/>
            <a:ext cx="2057400" cy="475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371600"/>
            <a:ext cx="6019800" cy="47545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B6F92-E096-4686-B9C5-F6CD106EC8FD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/>
          <p:nvPr userDrawn="1"/>
        </p:nvPicPr>
        <p:blipFill>
          <a:blip r:embed="rId2"/>
          <a:stretch/>
        </p:blipFill>
        <p:spPr>
          <a:xfrm>
            <a:off x="0" y="0"/>
            <a:ext cx="9142560" cy="1246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2438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 userDrawn="1"/>
        </p:nvPicPr>
        <p:blipFill>
          <a:blip r:embed="rId2"/>
          <a:srcRect t="17910" b="13979"/>
          <a:stretch/>
        </p:blipFill>
        <p:spPr>
          <a:xfrm>
            <a:off x="-2520" y="0"/>
            <a:ext cx="9142560" cy="466956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 userDrawn="1"/>
        </p:nvPicPr>
        <p:blipFill>
          <a:blip r:embed="rId3"/>
          <a:stretch/>
        </p:blipFill>
        <p:spPr>
          <a:xfrm>
            <a:off x="154440" y="142920"/>
            <a:ext cx="3037680" cy="602280"/>
          </a:xfrm>
          <a:prstGeom prst="rect">
            <a:avLst/>
          </a:prstGeom>
          <a:ln>
            <a:noFill/>
          </a:ln>
        </p:spPr>
      </p:pic>
      <p:sp>
        <p:nvSpPr>
          <p:cNvPr id="10" name="CustomShape 4"/>
          <p:cNvSpPr/>
          <p:nvPr userDrawn="1"/>
        </p:nvSpPr>
        <p:spPr>
          <a:xfrm>
            <a:off x="-360" y="4671000"/>
            <a:ext cx="9140400" cy="9216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" name="CustomShape 3"/>
          <p:cNvSpPr/>
          <p:nvPr userDrawn="1"/>
        </p:nvSpPr>
        <p:spPr>
          <a:xfrm>
            <a:off x="434520" y="4489200"/>
            <a:ext cx="8325000" cy="211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5400" b="1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Brush Script Std"/>
                <a:ea typeface="ＭＳ Ｐゴシック"/>
              </a:rPr>
              <a:t>THANK YOU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9870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EBB58-28F1-4A83-9007-873AE74673E0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lang="en-US" sz="10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582357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53DBF78-A97E-42C0-BC40-4852E1B894B1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lang="en-US" sz="10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587169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/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074DA57-B03E-4C3E-A9D3-82EA180062B0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lang="en-US" sz="10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31675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/>
          <p:nvPr userDrawn="1"/>
        </p:nvPicPr>
        <p:blipFill>
          <a:blip r:embed="rId17"/>
          <a:stretch/>
        </p:blipFill>
        <p:spPr>
          <a:xfrm>
            <a:off x="0" y="6248520"/>
            <a:ext cx="9142560" cy="608040"/>
          </a:xfrm>
          <a:prstGeom prst="rect">
            <a:avLst/>
          </a:prstGeom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579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8F9F561-F621-4FAB-A158-005FFFD10EDF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91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CBK4WBB3 </a:t>
            </a:r>
            <a:r>
              <a:rPr lang="id-ID" dirty="0"/>
              <a:t>– SDN &amp; NFV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8A5523F-4C95-49F3-8F3F-2B05583CC1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02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CBK4WBB3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JARINGAN TERDEFINISI PERANGKAT LUNAK &amp; VIRTUALISASI FUNGSI JARINGAN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FA0FCE97-1E5D-3942-9893-29D29393C492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8" name="Title 9"/>
          <p:cNvSpPr txBox="1">
            <a:spLocks/>
          </p:cNvSpPr>
          <p:nvPr/>
        </p:nvSpPr>
        <p:spPr bwMode="auto">
          <a:xfrm>
            <a:off x="3786187" y="3450467"/>
            <a:ext cx="4757737" cy="163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pPr algn="r"/>
            <a:r>
              <a:rPr lang="id-ID" sz="3200" dirty="0"/>
              <a:t>Tugas Besar</a:t>
            </a:r>
            <a:endParaRPr lang="en-US" sz="3200" b="0" dirty="0">
              <a:ln w="0"/>
              <a:effectLst>
                <a:reflection blurRad="6350" stA="53000" endA="300" endPos="35500" dir="5400000" sy="-9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8381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DDD4-1BE0-2A47-9503-761B67B4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Tugas Besar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D713B-7CD1-3F26-0B91-10B9BA72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d-ID" dirty="0"/>
              <a:t>Buatlah analisis performansi pada jaringan SDN dengan syarat:</a:t>
            </a:r>
          </a:p>
          <a:p>
            <a:pPr marL="914400" lvl="1" indent="-514350">
              <a:buFont typeface="+mj-lt"/>
              <a:buAutoNum type="arabicPeriod"/>
            </a:pPr>
            <a:r>
              <a:rPr lang="id-ID" dirty="0" err="1"/>
              <a:t>Topologi</a:t>
            </a:r>
            <a:r>
              <a:rPr lang="id-ID" dirty="0"/>
              <a:t> jaringan minimal memiliki 5 </a:t>
            </a:r>
            <a:r>
              <a:rPr lang="id-ID" dirty="0" err="1"/>
              <a:t>switch</a:t>
            </a:r>
            <a:r>
              <a:rPr lang="id-ID" dirty="0"/>
              <a:t> dan 5 </a:t>
            </a:r>
            <a:r>
              <a:rPr lang="id-ID" dirty="0" err="1"/>
              <a:t>host</a:t>
            </a:r>
            <a:r>
              <a:rPr lang="id-ID" dirty="0"/>
              <a:t> yang memiliki jalur </a:t>
            </a:r>
            <a:r>
              <a:rPr lang="id-ID" dirty="0" err="1"/>
              <a:t>redudan</a:t>
            </a:r>
            <a:r>
              <a:rPr lang="id-ID" dirty="0"/>
              <a:t>(</a:t>
            </a:r>
            <a:r>
              <a:rPr lang="id-ID" dirty="0" err="1"/>
              <a:t>Loop</a:t>
            </a:r>
            <a:r>
              <a:rPr lang="id-ID" dirty="0"/>
              <a:t>).</a:t>
            </a:r>
          </a:p>
          <a:p>
            <a:pPr marL="914400" lvl="1" indent="-514350">
              <a:buFont typeface="+mj-lt"/>
              <a:buAutoNum type="arabicPeriod"/>
            </a:pPr>
            <a:r>
              <a:rPr lang="id-ID" dirty="0"/>
              <a:t>Buatlah Hipotesis terkait penelitian dengan menentukan variabel terikat yang merupakan </a:t>
            </a:r>
            <a:r>
              <a:rPr lang="id-ID" dirty="0" err="1"/>
              <a:t>QoS</a:t>
            </a:r>
            <a:r>
              <a:rPr lang="id-ID" dirty="0"/>
              <a:t>, dan Variabel bebas yang mempengaruhi nilai </a:t>
            </a:r>
            <a:r>
              <a:rPr lang="id-ID" dirty="0" err="1"/>
              <a:t>QoS</a:t>
            </a:r>
            <a:r>
              <a:rPr lang="id-ID" dirty="0"/>
              <a:t>(Jumlah </a:t>
            </a:r>
            <a:r>
              <a:rPr lang="id-ID" dirty="0" err="1"/>
              <a:t>switch</a:t>
            </a:r>
            <a:r>
              <a:rPr lang="id-ID" dirty="0"/>
              <a:t>, besar </a:t>
            </a:r>
            <a:r>
              <a:rPr lang="id-ID" dirty="0" err="1"/>
              <a:t>bandwidth</a:t>
            </a:r>
            <a:r>
              <a:rPr lang="id-ID" dirty="0"/>
              <a:t>, atau </a:t>
            </a:r>
            <a:r>
              <a:rPr lang="id-ID" dirty="0" err="1"/>
              <a:t>background</a:t>
            </a:r>
            <a:r>
              <a:rPr lang="id-ID" dirty="0"/>
              <a:t> </a:t>
            </a:r>
            <a:r>
              <a:rPr lang="id-ID" dirty="0" err="1"/>
              <a:t>traffic</a:t>
            </a:r>
            <a:r>
              <a:rPr lang="id-ID" dirty="0"/>
              <a:t> ).</a:t>
            </a:r>
          </a:p>
          <a:p>
            <a:pPr marL="914400" lvl="1" indent="-514350">
              <a:buFont typeface="+mj-lt"/>
              <a:buAutoNum type="arabicPeriod"/>
            </a:pPr>
            <a:r>
              <a:rPr lang="id-ID" dirty="0"/>
              <a:t>Buatlah analisis </a:t>
            </a:r>
            <a:r>
              <a:rPr lang="id-ID" dirty="0" err="1"/>
              <a:t>QoS</a:t>
            </a:r>
            <a:r>
              <a:rPr lang="id-ID" dirty="0"/>
              <a:t> (</a:t>
            </a:r>
            <a:r>
              <a:rPr lang="id-ID" dirty="0" err="1"/>
              <a:t>Throughtput</a:t>
            </a:r>
            <a:r>
              <a:rPr lang="id-ID" dirty="0"/>
              <a:t>, </a:t>
            </a:r>
            <a:r>
              <a:rPr lang="id-ID" dirty="0" err="1"/>
              <a:t>delay</a:t>
            </a:r>
            <a:r>
              <a:rPr lang="id-ID" dirty="0"/>
              <a:t>, </a:t>
            </a:r>
            <a:r>
              <a:rPr lang="id-ID" dirty="0" err="1"/>
              <a:t>packet</a:t>
            </a:r>
            <a:r>
              <a:rPr lang="id-ID" dirty="0"/>
              <a:t> </a:t>
            </a:r>
            <a:r>
              <a:rPr lang="id-ID" dirty="0" err="1"/>
              <a:t>loss</a:t>
            </a:r>
            <a:r>
              <a:rPr lang="id-ID" dirty="0"/>
              <a:t>) minimal dengan mengambil 10 sampel untuk mendapatkan data yang valid.</a:t>
            </a:r>
          </a:p>
          <a:p>
            <a:pPr marL="914400" lvl="1" indent="-514350">
              <a:buFont typeface="+mj-lt"/>
              <a:buAutoNum type="arabicPeriod"/>
            </a:pPr>
            <a:r>
              <a:rPr lang="id-ID" dirty="0"/>
              <a:t>Buatlah grafik terkait analisis </a:t>
            </a:r>
            <a:r>
              <a:rPr lang="id-ID" dirty="0" err="1"/>
              <a:t>QoS</a:t>
            </a:r>
            <a:endParaRPr lang="id-ID" dirty="0"/>
          </a:p>
          <a:p>
            <a:pPr marL="914400" lvl="1" indent="-514350">
              <a:buFont typeface="+mj-lt"/>
              <a:buAutoNum type="arabicPeriod"/>
            </a:pPr>
            <a:r>
              <a:rPr lang="id-ID" dirty="0"/>
              <a:t>Format laporan sesuai standar karya ilmiah, mulai dari Pendahuluan(latar belakang, rumusan masalah, tujuan, dan batasan masalah, hipotesis), Kajian pustaka, Rancangan sistem, Hasil dan analisis, Kesimpulan dan Saran, dan Daftar pustaka.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65F91-4307-39E9-907F-E89CC3D4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CBK4WBB3 </a:t>
            </a:r>
            <a:r>
              <a:rPr lang="id-ID"/>
              <a:t>– SDN &amp; NFV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A4B53-0DD6-7D81-9064-034673FB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1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E3E2-FE1F-4C73-1D9F-CC5A4656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Contoh </a:t>
            </a:r>
            <a:r>
              <a:rPr lang="id-ID" dirty="0" err="1"/>
              <a:t>Topologi</a:t>
            </a:r>
            <a:endParaRPr lang="id-ID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84E69-7E73-8DEE-D71F-F8A6A313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CBK4WBB3 </a:t>
            </a:r>
            <a:r>
              <a:rPr lang="id-ID"/>
              <a:t>– SDN &amp; NFV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42820-F8FB-35CE-6A02-9A115808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Network diagram with port names added">
            <a:extLst>
              <a:ext uri="{FF2B5EF4-FFF2-40B4-BE49-F238E27FC236}">
                <a16:creationId xmlns:a16="http://schemas.microsoft.com/office/drawing/2014/main" id="{72C3B91B-51A7-1779-825E-15C2E03ED2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2367756"/>
            <a:ext cx="702945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64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5491-14A3-633F-9EB2-EE16ABAC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Contoh hasil analisis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4BDE03-0BBE-98E0-51C3-016573A77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057400"/>
            <a:ext cx="3590692" cy="27432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83270-376B-1DEC-F86A-5D4248EA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CBK4WBB3 </a:t>
            </a:r>
            <a:r>
              <a:rPr lang="id-ID"/>
              <a:t>– SDN &amp; NFV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0F186-B616-8ED4-A7DE-13C9DEE2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523F-4C95-49F3-8F3F-2B05583CC12F}" type="slidenum">
              <a:rPr lang="en-US" smtClean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4D5E4C-5F8D-0BDD-25FC-37EC17B32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057400"/>
            <a:ext cx="385103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A8816-A88B-99E7-00D7-EC407FF4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F7F0-5ED7-E255-6944-484CA4F5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5794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d-ID" sz="3400"/>
              <a:t>Contoh hasil analisis yang kurang tepat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CB1D3-0E99-A636-38E5-576E182A7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44963"/>
          </a:xfrm>
        </p:spPr>
        <p:txBody>
          <a:bodyPr>
            <a:normAutofit/>
          </a:bodyPr>
          <a:lstStyle/>
          <a:p>
            <a:r>
              <a:rPr lang="id-ID" dirty="0"/>
              <a:t>Waktu bukanlah variabel terikat yang ingin kita cari nilainya, sehingga tidak cocok untuk diplot pada </a:t>
            </a:r>
            <a:r>
              <a:rPr lang="id-ID" dirty="0" err="1"/>
              <a:t>diagaram</a:t>
            </a:r>
            <a:r>
              <a:rPr lang="id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555A6-0D19-CACE-5DF1-9486A25ED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27"/>
          <a:stretch/>
        </p:blipFill>
        <p:spPr>
          <a:xfrm>
            <a:off x="4648200" y="1981200"/>
            <a:ext cx="4038600" cy="4144963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00F1A-1086-170E-1862-B6BD0898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356350"/>
            <a:ext cx="2895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 CBK4WBB3 </a:t>
            </a:r>
            <a:r>
              <a:rPr lang="id-ID"/>
              <a:t>– SDN &amp; NFV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14F16-C034-F099-0E89-26DC3781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3810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8A5523F-4C95-49F3-8F3F-2B05583CC12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8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513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</TotalTime>
  <Words>199</Words>
  <Application>Microsoft Office PowerPoint</Application>
  <PresentationFormat>On-screen Show (4:3)</PresentationFormat>
  <Paragraphs>24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Brush Script Std</vt:lpstr>
      <vt:lpstr>Calibri</vt:lpstr>
      <vt:lpstr>Times New Roman</vt:lpstr>
      <vt:lpstr>Verdana</vt:lpstr>
      <vt:lpstr>Wingdings</vt:lpstr>
      <vt:lpstr>Office Theme</vt:lpstr>
      <vt:lpstr>CBK4WBB3  JARINGAN TERDEFINISI PERANGKAT LUNAK &amp; VIRTUALISASI FUNGSI JARINGAN</vt:lpstr>
      <vt:lpstr>Tugas Besar</vt:lpstr>
      <vt:lpstr>Contoh Topologi</vt:lpstr>
      <vt:lpstr>Contoh hasil analisis</vt:lpstr>
      <vt:lpstr>Contoh hasil analisis yang kurang tepat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Gandalf</dc:creator>
  <cp:lastModifiedBy>VERINDRA HERNANDA PUTRA</cp:lastModifiedBy>
  <cp:revision>178</cp:revision>
  <dcterms:created xsi:type="dcterms:W3CDTF">2017-01-07T07:13:05Z</dcterms:created>
  <dcterms:modified xsi:type="dcterms:W3CDTF">2025-12-20T13:29:11Z</dcterms:modified>
</cp:coreProperties>
</file>